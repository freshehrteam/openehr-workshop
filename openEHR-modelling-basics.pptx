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35"/>
  </p:notesMasterIdLst>
  <p:sldIdLst>
    <p:sldId id="256" r:id="rId2"/>
    <p:sldId id="259" r:id="rId3"/>
    <p:sldId id="724" r:id="rId4"/>
    <p:sldId id="665" r:id="rId5"/>
    <p:sldId id="725" r:id="rId6"/>
    <p:sldId id="596" r:id="rId7"/>
    <p:sldId id="552" r:id="rId8"/>
    <p:sldId id="553" r:id="rId9"/>
    <p:sldId id="607" r:id="rId10"/>
    <p:sldId id="700" r:id="rId11"/>
    <p:sldId id="723" r:id="rId12"/>
    <p:sldId id="711" r:id="rId13"/>
    <p:sldId id="609" r:id="rId14"/>
    <p:sldId id="597" r:id="rId15"/>
    <p:sldId id="560" r:id="rId16"/>
    <p:sldId id="598" r:id="rId17"/>
    <p:sldId id="561" r:id="rId18"/>
    <p:sldId id="686" r:id="rId19"/>
    <p:sldId id="699" r:id="rId20"/>
    <p:sldId id="698" r:id="rId21"/>
    <p:sldId id="695" r:id="rId22"/>
    <p:sldId id="708" r:id="rId23"/>
    <p:sldId id="697" r:id="rId24"/>
    <p:sldId id="709" r:id="rId25"/>
    <p:sldId id="713" r:id="rId26"/>
    <p:sldId id="705" r:id="rId27"/>
    <p:sldId id="693" r:id="rId28"/>
    <p:sldId id="715" r:id="rId29"/>
    <p:sldId id="714" r:id="rId30"/>
    <p:sldId id="716" r:id="rId31"/>
    <p:sldId id="262" r:id="rId32"/>
    <p:sldId id="726" r:id="rId33"/>
    <p:sldId id="69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9AB8FB-04F4-459D-A83B-DD61E6A81006}" v="2" dt="2026-09-20T10:51:32.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69516" autoAdjust="0"/>
  </p:normalViewPr>
  <p:slideViewPr>
    <p:cSldViewPr snapToGrid="0">
      <p:cViewPr varScale="1">
        <p:scale>
          <a:sx n="44" d="100"/>
          <a:sy n="44" d="100"/>
        </p:scale>
        <p:origin x="1408" y="32"/>
      </p:cViewPr>
      <p:guideLst/>
    </p:cSldViewPr>
  </p:slideViewPr>
  <p:outlineViewPr>
    <p:cViewPr>
      <p:scale>
        <a:sx n="33" d="100"/>
        <a:sy n="33" d="100"/>
      </p:scale>
      <p:origin x="0" y="-6908"/>
    </p:cViewPr>
  </p:outlineViewPr>
  <p:notesTextViewPr>
    <p:cViewPr>
      <p:scale>
        <a:sx n="1" d="1"/>
        <a:sy n="1" d="1"/>
      </p:scale>
      <p:origin x="0" y="0"/>
    </p:cViewPr>
  </p:notesTextViewPr>
  <p:sorterViewPr>
    <p:cViewPr varScale="1">
      <p:scale>
        <a:sx n="1" d="1"/>
        <a:sy n="1" d="1"/>
      </p:scale>
      <p:origin x="0" y="-1267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Miller" userId="eb2e0f53-ef06-4af1-a7e9-6239e97c2afe" providerId="ADAL" clId="{1ACD9298-D781-4048-A89B-8E7E0B89885A}"/>
    <pc:docChg chg="undo custSel addSld delSld modSld sldOrd modMainMaster modShowInfo">
      <pc:chgData name="Paul Miller" userId="eb2e0f53-ef06-4af1-a7e9-6239e97c2afe" providerId="ADAL" clId="{1ACD9298-D781-4048-A89B-8E7E0B89885A}" dt="2026-09-20T11:07:30.287" v="7694" actId="1035"/>
      <pc:docMkLst>
        <pc:docMk/>
      </pc:docMkLst>
      <pc:sldChg chg="modSp mod modTransition modNotesTx">
        <pc:chgData name="Paul Miller" userId="eb2e0f53-ef06-4af1-a7e9-6239e97c2afe" providerId="ADAL" clId="{1ACD9298-D781-4048-A89B-8E7E0B89885A}" dt="2026-09-16T13:01:08.494" v="7584"/>
        <pc:sldMkLst>
          <pc:docMk/>
          <pc:sldMk cId="3121954252" sldId="256"/>
        </pc:sldMkLst>
        <pc:spChg chg="mod">
          <ac:chgData name="Paul Miller" userId="eb2e0f53-ef06-4af1-a7e9-6239e97c2afe" providerId="ADAL" clId="{1ACD9298-D781-4048-A89B-8E7E0B89885A}" dt="2026-09-16T10:16:45.599" v="18"/>
          <ac:spMkLst>
            <pc:docMk/>
            <pc:sldMk cId="3121954252" sldId="256"/>
            <ac:spMk id="2" creationId="{F1BC2DBF-37E1-2BDB-C962-8ADC29278EE0}"/>
          </ac:spMkLst>
        </pc:spChg>
        <pc:spChg chg="mod">
          <ac:chgData name="Paul Miller" userId="eb2e0f53-ef06-4af1-a7e9-6239e97c2afe" providerId="ADAL" clId="{1ACD9298-D781-4048-A89B-8E7E0B89885A}" dt="2026-09-16T10:20:16.472" v="93" actId="20577"/>
          <ac:spMkLst>
            <pc:docMk/>
            <pc:sldMk cId="3121954252" sldId="256"/>
            <ac:spMk id="3" creationId="{3F977E40-3360-E6FD-88E8-40546CE3B670}"/>
          </ac:spMkLst>
        </pc:spChg>
      </pc:sldChg>
      <pc:sldChg chg="addSp delSp modSp mod modTransition modNotesTx">
        <pc:chgData name="Paul Miller" userId="eb2e0f53-ef06-4af1-a7e9-6239e97c2afe" providerId="ADAL" clId="{1ACD9298-D781-4048-A89B-8E7E0B89885A}" dt="2026-09-16T13:01:08.494" v="7584"/>
        <pc:sldMkLst>
          <pc:docMk/>
          <pc:sldMk cId="1578077994" sldId="259"/>
        </pc:sldMkLst>
        <pc:spChg chg="mod">
          <ac:chgData name="Paul Miller" userId="eb2e0f53-ef06-4af1-a7e9-6239e97c2afe" providerId="ADAL" clId="{1ACD9298-D781-4048-A89B-8E7E0B89885A}" dt="2026-09-16T11:03:29.658" v="961" actId="1076"/>
          <ac:spMkLst>
            <pc:docMk/>
            <pc:sldMk cId="1578077994" sldId="259"/>
            <ac:spMk id="2" creationId="{1A9FE176-6A7C-E964-AB88-24FA319D8969}"/>
          </ac:spMkLst>
        </pc:spChg>
        <pc:spChg chg="mod">
          <ac:chgData name="Paul Miller" userId="eb2e0f53-ef06-4af1-a7e9-6239e97c2afe" providerId="ADAL" clId="{1ACD9298-D781-4048-A89B-8E7E0B89885A}" dt="2026-09-16T11:05:44.456" v="969" actId="20577"/>
          <ac:spMkLst>
            <pc:docMk/>
            <pc:sldMk cId="1578077994" sldId="259"/>
            <ac:spMk id="3" creationId="{33F29841-E2B0-5D83-67AE-1C174DF6EFC3}"/>
          </ac:spMkLst>
        </pc:spChg>
        <pc:spChg chg="add mod">
          <ac:chgData name="Paul Miller" userId="eb2e0f53-ef06-4af1-a7e9-6239e97c2afe" providerId="ADAL" clId="{1ACD9298-D781-4048-A89B-8E7E0B89885A}" dt="2026-09-16T11:03:35.488" v="963" actId="1076"/>
          <ac:spMkLst>
            <pc:docMk/>
            <pc:sldMk cId="1578077994" sldId="259"/>
            <ac:spMk id="6" creationId="{7B932C8C-DE1E-8117-147F-027D432E0AA6}"/>
          </ac:spMkLst>
        </pc:spChg>
      </pc:sldChg>
      <pc:sldChg chg="addSp delSp modSp mod modTransition">
        <pc:chgData name="Paul Miller" userId="eb2e0f53-ef06-4af1-a7e9-6239e97c2afe" providerId="ADAL" clId="{1ACD9298-D781-4048-A89B-8E7E0B89885A}" dt="2026-09-20T11:07:30.287" v="7694" actId="1035"/>
        <pc:sldMkLst>
          <pc:docMk/>
          <pc:sldMk cId="1518944872" sldId="262"/>
        </pc:sldMkLst>
        <pc:picChg chg="add mod">
          <ac:chgData name="Paul Miller" userId="eb2e0f53-ef06-4af1-a7e9-6239e97c2afe" providerId="ADAL" clId="{1ACD9298-D781-4048-A89B-8E7E0B89885A}" dt="2026-09-20T11:07:30.287" v="7694" actId="1035"/>
          <ac:picMkLst>
            <pc:docMk/>
            <pc:sldMk cId="1518944872" sldId="262"/>
            <ac:picMk id="20" creationId="{D79DB788-CC36-01E4-EF00-2745671B2990}"/>
          </ac:picMkLst>
        </pc:picChg>
      </pc:sldChg>
      <pc:sldChg chg="modTransition modNotesTx">
        <pc:chgData name="Paul Miller" userId="eb2e0f53-ef06-4af1-a7e9-6239e97c2afe" providerId="ADAL" clId="{1ACD9298-D781-4048-A89B-8E7E0B89885A}" dt="2026-09-16T13:01:08.494" v="7584"/>
        <pc:sldMkLst>
          <pc:docMk/>
          <pc:sldMk cId="3827098907" sldId="552"/>
        </pc:sldMkLst>
      </pc:sldChg>
      <pc:sldChg chg="addSp modSp mod modTransition modNotesTx">
        <pc:chgData name="Paul Miller" userId="eb2e0f53-ef06-4af1-a7e9-6239e97c2afe" providerId="ADAL" clId="{1ACD9298-D781-4048-A89B-8E7E0B89885A}" dt="2026-09-16T13:01:08.494" v="7584"/>
        <pc:sldMkLst>
          <pc:docMk/>
          <pc:sldMk cId="179318711" sldId="553"/>
        </pc:sldMkLst>
        <pc:picChg chg="mod">
          <ac:chgData name="Paul Miller" userId="eb2e0f53-ef06-4af1-a7e9-6239e97c2afe" providerId="ADAL" clId="{1ACD9298-D781-4048-A89B-8E7E0B89885A}" dt="2026-09-16T11:32:50.089" v="3881" actId="1076"/>
          <ac:picMkLst>
            <pc:docMk/>
            <pc:sldMk cId="179318711" sldId="553"/>
            <ac:picMk id="2" creationId="{F873DD82-36B9-41D6-84FD-4D114C6D3D33}"/>
          </ac:picMkLst>
        </pc:picChg>
        <pc:picChg chg="mod">
          <ac:chgData name="Paul Miller" userId="eb2e0f53-ef06-4af1-a7e9-6239e97c2afe" providerId="ADAL" clId="{1ACD9298-D781-4048-A89B-8E7E0B89885A}" dt="2026-09-16T11:32:55.053" v="3882" actId="208"/>
          <ac:picMkLst>
            <pc:docMk/>
            <pc:sldMk cId="179318711" sldId="553"/>
            <ac:picMk id="4" creationId="{476B4C26-F648-4F31-810F-EB8DCDF1D60F}"/>
          </ac:picMkLst>
        </pc:picChg>
        <pc:picChg chg="add mod">
          <ac:chgData name="Paul Miller" userId="eb2e0f53-ef06-4af1-a7e9-6239e97c2afe" providerId="ADAL" clId="{1ACD9298-D781-4048-A89B-8E7E0B89885A}" dt="2026-09-16T11:33:00.192" v="3883" actId="1076"/>
          <ac:picMkLst>
            <pc:docMk/>
            <pc:sldMk cId="179318711" sldId="553"/>
            <ac:picMk id="5" creationId="{E713B564-CA28-EAD0-2F6B-95C6DBE08EB6}"/>
          </ac:picMkLst>
        </pc:picChg>
      </pc:sldChg>
      <pc:sldChg chg="modSp mod modTransition modNotesTx">
        <pc:chgData name="Paul Miller" userId="eb2e0f53-ef06-4af1-a7e9-6239e97c2afe" providerId="ADAL" clId="{1ACD9298-D781-4048-A89B-8E7E0B89885A}" dt="2026-09-16T13:01:08.494" v="7584"/>
        <pc:sldMkLst>
          <pc:docMk/>
          <pc:sldMk cId="0" sldId="560"/>
        </pc:sldMkLst>
        <pc:spChg chg="mod">
          <ac:chgData name="Paul Miller" userId="eb2e0f53-ef06-4af1-a7e9-6239e97c2afe" providerId="ADAL" clId="{1ACD9298-D781-4048-A89B-8E7E0B89885A}" dt="2026-09-16T10:16:45.736" v="19" actId="27636"/>
          <ac:spMkLst>
            <pc:docMk/>
            <pc:sldMk cId="0" sldId="560"/>
            <ac:spMk id="305" creationId="{00000000-0000-0000-0000-000000000000}"/>
          </ac:spMkLst>
        </pc:spChg>
      </pc:sldChg>
      <pc:sldChg chg="modSp mod modTransition modNotesTx">
        <pc:chgData name="Paul Miller" userId="eb2e0f53-ef06-4af1-a7e9-6239e97c2afe" providerId="ADAL" clId="{1ACD9298-D781-4048-A89B-8E7E0B89885A}" dt="2026-09-20T10:29:43.398" v="7637" actId="20577"/>
        <pc:sldMkLst>
          <pc:docMk/>
          <pc:sldMk cId="0" sldId="561"/>
        </pc:sldMkLst>
        <pc:spChg chg="mod">
          <ac:chgData name="Paul Miller" userId="eb2e0f53-ef06-4af1-a7e9-6239e97c2afe" providerId="ADAL" clId="{1ACD9298-D781-4048-A89B-8E7E0B89885A}" dt="2026-09-16T10:16:45.599" v="18"/>
          <ac:spMkLst>
            <pc:docMk/>
            <pc:sldMk cId="0" sldId="561"/>
            <ac:spMk id="307" creationId="{00000000-0000-0000-0000-000000000000}"/>
          </ac:spMkLst>
        </pc:spChg>
        <pc:spChg chg="mod">
          <ac:chgData name="Paul Miller" userId="eb2e0f53-ef06-4af1-a7e9-6239e97c2afe" providerId="ADAL" clId="{1ACD9298-D781-4048-A89B-8E7E0B89885A}" dt="2026-09-16T13:03:37.613" v="7629" actId="20577"/>
          <ac:spMkLst>
            <pc:docMk/>
            <pc:sldMk cId="0" sldId="561"/>
            <ac:spMk id="308" creationId="{00000000-0000-0000-0000-000000000000}"/>
          </ac:spMkLst>
        </pc:spChg>
      </pc:sldChg>
      <pc:sldChg chg="modTransition modNotesTx">
        <pc:chgData name="Paul Miller" userId="eb2e0f53-ef06-4af1-a7e9-6239e97c2afe" providerId="ADAL" clId="{1ACD9298-D781-4048-A89B-8E7E0B89885A}" dt="2026-09-16T13:01:08.494" v="7584"/>
        <pc:sldMkLst>
          <pc:docMk/>
          <pc:sldMk cId="3852862750" sldId="596"/>
        </pc:sldMkLst>
      </pc:sldChg>
      <pc:sldChg chg="modTransition modNotesTx">
        <pc:chgData name="Paul Miller" userId="eb2e0f53-ef06-4af1-a7e9-6239e97c2afe" providerId="ADAL" clId="{1ACD9298-D781-4048-A89B-8E7E0B89885A}" dt="2026-09-16T13:01:08.494" v="7584"/>
        <pc:sldMkLst>
          <pc:docMk/>
          <pc:sldMk cId="2197836175" sldId="597"/>
        </pc:sldMkLst>
      </pc:sldChg>
      <pc:sldChg chg="modTransition modNotesTx">
        <pc:chgData name="Paul Miller" userId="eb2e0f53-ef06-4af1-a7e9-6239e97c2afe" providerId="ADAL" clId="{1ACD9298-D781-4048-A89B-8E7E0B89885A}" dt="2026-09-16T13:01:08.494" v="7584"/>
        <pc:sldMkLst>
          <pc:docMk/>
          <pc:sldMk cId="2507018949" sldId="598"/>
        </pc:sldMkLst>
      </pc:sldChg>
      <pc:sldChg chg="modSp mod modTransition modNotesTx">
        <pc:chgData name="Paul Miller" userId="eb2e0f53-ef06-4af1-a7e9-6239e97c2afe" providerId="ADAL" clId="{1ACD9298-D781-4048-A89B-8E7E0B89885A}" dt="2026-09-16T13:01:08.494" v="7584"/>
        <pc:sldMkLst>
          <pc:docMk/>
          <pc:sldMk cId="1421770226" sldId="607"/>
        </pc:sldMkLst>
        <pc:spChg chg="mod">
          <ac:chgData name="Paul Miller" userId="eb2e0f53-ef06-4af1-a7e9-6239e97c2afe" providerId="ADAL" clId="{1ACD9298-D781-4048-A89B-8E7E0B89885A}" dt="2026-09-16T10:55:10.295" v="219" actId="1076"/>
          <ac:spMkLst>
            <pc:docMk/>
            <pc:sldMk cId="1421770226" sldId="607"/>
            <ac:spMk id="7" creationId="{798111C3-AE4D-0A47-4A54-5EDFBD318B86}"/>
          </ac:spMkLst>
        </pc:spChg>
      </pc:sldChg>
      <pc:sldChg chg="modTransition modNotesTx">
        <pc:chgData name="Paul Miller" userId="eb2e0f53-ef06-4af1-a7e9-6239e97c2afe" providerId="ADAL" clId="{1ACD9298-D781-4048-A89B-8E7E0B89885A}" dt="2026-09-16T13:01:08.494" v="7584"/>
        <pc:sldMkLst>
          <pc:docMk/>
          <pc:sldMk cId="350352821" sldId="609"/>
        </pc:sldMkLst>
      </pc:sldChg>
      <pc:sldChg chg="delSp mod modTransition modNotesTx">
        <pc:chgData name="Paul Miller" userId="eb2e0f53-ef06-4af1-a7e9-6239e97c2afe" providerId="ADAL" clId="{1ACD9298-D781-4048-A89B-8E7E0B89885A}" dt="2026-09-16T13:01:08.494" v="7584"/>
        <pc:sldMkLst>
          <pc:docMk/>
          <pc:sldMk cId="1304444083" sldId="665"/>
        </pc:sldMkLst>
      </pc:sldChg>
      <pc:sldChg chg="modTransition modNotesTx">
        <pc:chgData name="Paul Miller" userId="eb2e0f53-ef06-4af1-a7e9-6239e97c2afe" providerId="ADAL" clId="{1ACD9298-D781-4048-A89B-8E7E0B89885A}" dt="2026-09-16T13:01:08.494" v="7584"/>
        <pc:sldMkLst>
          <pc:docMk/>
          <pc:sldMk cId="1411472814" sldId="686"/>
        </pc:sldMkLst>
      </pc:sldChg>
      <pc:sldChg chg="modSp mod modTransition modNotesTx">
        <pc:chgData name="Paul Miller" userId="eb2e0f53-ef06-4af1-a7e9-6239e97c2afe" providerId="ADAL" clId="{1ACD9298-D781-4048-A89B-8E7E0B89885A}" dt="2026-09-16T13:01:08.494" v="7584"/>
        <pc:sldMkLst>
          <pc:docMk/>
          <pc:sldMk cId="2592962787" sldId="693"/>
        </pc:sldMkLst>
        <pc:spChg chg="mod">
          <ac:chgData name="Paul Miller" userId="eb2e0f53-ef06-4af1-a7e9-6239e97c2afe" providerId="ADAL" clId="{1ACD9298-D781-4048-A89B-8E7E0B89885A}" dt="2026-09-16T12:00:28.902" v="6690" actId="1076"/>
          <ac:spMkLst>
            <pc:docMk/>
            <pc:sldMk cId="2592962787" sldId="693"/>
            <ac:spMk id="2" creationId="{20C5A637-A7D0-5CE5-E6EB-A29089F24491}"/>
          </ac:spMkLst>
        </pc:spChg>
        <pc:spChg chg="mod">
          <ac:chgData name="Paul Miller" userId="eb2e0f53-ef06-4af1-a7e9-6239e97c2afe" providerId="ADAL" clId="{1ACD9298-D781-4048-A89B-8E7E0B89885A}" dt="2026-09-16T12:00:31.845" v="6691" actId="1076"/>
          <ac:spMkLst>
            <pc:docMk/>
            <pc:sldMk cId="2592962787" sldId="693"/>
            <ac:spMk id="5" creationId="{ACCA8EEA-1BCC-BDDD-14FF-FF9B77BE4AED}"/>
          </ac:spMkLst>
        </pc:spChg>
        <pc:spChg chg="mod">
          <ac:chgData name="Paul Miller" userId="eb2e0f53-ef06-4af1-a7e9-6239e97c2afe" providerId="ADAL" clId="{1ACD9298-D781-4048-A89B-8E7E0B89885A}" dt="2026-09-16T12:00:47.495" v="6694" actId="14100"/>
          <ac:spMkLst>
            <pc:docMk/>
            <pc:sldMk cId="2592962787" sldId="693"/>
            <ac:spMk id="7" creationId="{2F363A25-6B16-4FD9-2685-EC1F5722D42D}"/>
          </ac:spMkLst>
        </pc:spChg>
      </pc:sldChg>
      <pc:sldChg chg="modTransition modNotesTx">
        <pc:chgData name="Paul Miller" userId="eb2e0f53-ef06-4af1-a7e9-6239e97c2afe" providerId="ADAL" clId="{1ACD9298-D781-4048-A89B-8E7E0B89885A}" dt="2026-09-16T13:01:08.494" v="7584"/>
        <pc:sldMkLst>
          <pc:docMk/>
          <pc:sldMk cId="3606693351" sldId="695"/>
        </pc:sldMkLst>
      </pc:sldChg>
      <pc:sldChg chg="addSp delSp modSp mod ord modTransition">
        <pc:chgData name="Paul Miller" userId="eb2e0f53-ef06-4af1-a7e9-6239e97c2afe" providerId="ADAL" clId="{1ACD9298-D781-4048-A89B-8E7E0B89885A}" dt="2026-09-20T10:51:52.975" v="7641"/>
        <pc:sldMkLst>
          <pc:docMk/>
          <pc:sldMk cId="3101826477" sldId="696"/>
        </pc:sldMkLst>
        <pc:picChg chg="mod">
          <ac:chgData name="Paul Miller" userId="eb2e0f53-ef06-4af1-a7e9-6239e97c2afe" providerId="ADAL" clId="{1ACD9298-D781-4048-A89B-8E7E0B89885A}" dt="2026-09-16T11:54:53.636" v="6663" actId="1076"/>
          <ac:picMkLst>
            <pc:docMk/>
            <pc:sldMk cId="3101826477" sldId="696"/>
            <ac:picMk id="11" creationId="{B239D3FA-768A-ED8C-A467-C639A5A98F65}"/>
          </ac:picMkLst>
        </pc:picChg>
      </pc:sldChg>
      <pc:sldChg chg="modTransition modNotesTx">
        <pc:chgData name="Paul Miller" userId="eb2e0f53-ef06-4af1-a7e9-6239e97c2afe" providerId="ADAL" clId="{1ACD9298-D781-4048-A89B-8E7E0B89885A}" dt="2026-09-20T10:51:33.395" v="7639" actId="20577"/>
        <pc:sldMkLst>
          <pc:docMk/>
          <pc:sldMk cId="4063808167" sldId="697"/>
        </pc:sldMkLst>
      </pc:sldChg>
      <pc:sldChg chg="modTransition modNotesTx">
        <pc:chgData name="Paul Miller" userId="eb2e0f53-ef06-4af1-a7e9-6239e97c2afe" providerId="ADAL" clId="{1ACD9298-D781-4048-A89B-8E7E0B89885A}" dt="2026-09-20T10:45:40.090" v="7638" actId="20577"/>
        <pc:sldMkLst>
          <pc:docMk/>
          <pc:sldMk cId="1801572491" sldId="698"/>
        </pc:sldMkLst>
      </pc:sldChg>
      <pc:sldChg chg="ord modTransition modNotesTx">
        <pc:chgData name="Paul Miller" userId="eb2e0f53-ef06-4af1-a7e9-6239e97c2afe" providerId="ADAL" clId="{1ACD9298-D781-4048-A89B-8E7E0B89885A}" dt="2026-09-16T13:01:08.494" v="7584"/>
        <pc:sldMkLst>
          <pc:docMk/>
          <pc:sldMk cId="4027688191" sldId="699"/>
        </pc:sldMkLst>
      </pc:sldChg>
      <pc:sldChg chg="ord modTransition modNotesTx">
        <pc:chgData name="Paul Miller" userId="eb2e0f53-ef06-4af1-a7e9-6239e97c2afe" providerId="ADAL" clId="{1ACD9298-D781-4048-A89B-8E7E0B89885A}" dt="2026-09-16T13:01:08.494" v="7584"/>
        <pc:sldMkLst>
          <pc:docMk/>
          <pc:sldMk cId="315463902" sldId="700"/>
        </pc:sldMkLst>
      </pc:sldChg>
      <pc:sldChg chg="modTransition modNotesTx">
        <pc:chgData name="Paul Miller" userId="eb2e0f53-ef06-4af1-a7e9-6239e97c2afe" providerId="ADAL" clId="{1ACD9298-D781-4048-A89B-8E7E0B89885A}" dt="2026-09-16T13:01:08.494" v="7584"/>
        <pc:sldMkLst>
          <pc:docMk/>
          <pc:sldMk cId="3692823909" sldId="705"/>
        </pc:sldMkLst>
      </pc:sldChg>
      <pc:sldChg chg="modTransition">
        <pc:chgData name="Paul Miller" userId="eb2e0f53-ef06-4af1-a7e9-6239e97c2afe" providerId="ADAL" clId="{1ACD9298-D781-4048-A89B-8E7E0B89885A}" dt="2026-09-16T13:01:08.494" v="7584"/>
        <pc:sldMkLst>
          <pc:docMk/>
          <pc:sldMk cId="3710865925" sldId="708"/>
        </pc:sldMkLst>
      </pc:sldChg>
      <pc:sldChg chg="modTransition">
        <pc:chgData name="Paul Miller" userId="eb2e0f53-ef06-4af1-a7e9-6239e97c2afe" providerId="ADAL" clId="{1ACD9298-D781-4048-A89B-8E7E0B89885A}" dt="2026-09-16T13:01:08.494" v="7584"/>
        <pc:sldMkLst>
          <pc:docMk/>
          <pc:sldMk cId="1280092631" sldId="709"/>
        </pc:sldMkLst>
      </pc:sldChg>
      <pc:sldChg chg="ord modTransition modNotesTx">
        <pc:chgData name="Paul Miller" userId="eb2e0f53-ef06-4af1-a7e9-6239e97c2afe" providerId="ADAL" clId="{1ACD9298-D781-4048-A89B-8E7E0B89885A}" dt="2026-09-16T13:01:08.494" v="7584"/>
        <pc:sldMkLst>
          <pc:docMk/>
          <pc:sldMk cId="1284849284" sldId="711"/>
        </pc:sldMkLst>
      </pc:sldChg>
      <pc:sldChg chg="modTransition">
        <pc:chgData name="Paul Miller" userId="eb2e0f53-ef06-4af1-a7e9-6239e97c2afe" providerId="ADAL" clId="{1ACD9298-D781-4048-A89B-8E7E0B89885A}" dt="2026-09-16T13:01:08.494" v="7584"/>
        <pc:sldMkLst>
          <pc:docMk/>
          <pc:sldMk cId="4009208370" sldId="713"/>
        </pc:sldMkLst>
      </pc:sldChg>
      <pc:sldChg chg="modTransition">
        <pc:chgData name="Paul Miller" userId="eb2e0f53-ef06-4af1-a7e9-6239e97c2afe" providerId="ADAL" clId="{1ACD9298-D781-4048-A89B-8E7E0B89885A}" dt="2026-09-16T13:01:08.494" v="7584"/>
        <pc:sldMkLst>
          <pc:docMk/>
          <pc:sldMk cId="3587116811" sldId="714"/>
        </pc:sldMkLst>
      </pc:sldChg>
      <pc:sldChg chg="modTransition">
        <pc:chgData name="Paul Miller" userId="eb2e0f53-ef06-4af1-a7e9-6239e97c2afe" providerId="ADAL" clId="{1ACD9298-D781-4048-A89B-8E7E0B89885A}" dt="2026-09-16T13:01:08.494" v="7584"/>
        <pc:sldMkLst>
          <pc:docMk/>
          <pc:sldMk cId="3932437187" sldId="715"/>
        </pc:sldMkLst>
      </pc:sldChg>
      <pc:sldChg chg="modTransition">
        <pc:chgData name="Paul Miller" userId="eb2e0f53-ef06-4af1-a7e9-6239e97c2afe" providerId="ADAL" clId="{1ACD9298-D781-4048-A89B-8E7E0B89885A}" dt="2026-09-16T13:01:08.494" v="7584"/>
        <pc:sldMkLst>
          <pc:docMk/>
          <pc:sldMk cId="377081767" sldId="716"/>
        </pc:sldMkLst>
      </pc:sldChg>
      <pc:sldChg chg="ord modTransition modNotesTx">
        <pc:chgData name="Paul Miller" userId="eb2e0f53-ef06-4af1-a7e9-6239e97c2afe" providerId="ADAL" clId="{1ACD9298-D781-4048-A89B-8E7E0B89885A}" dt="2026-09-16T13:01:08.494" v="7584"/>
        <pc:sldMkLst>
          <pc:docMk/>
          <pc:sldMk cId="4287124130" sldId="723"/>
        </pc:sldMkLst>
      </pc:sldChg>
      <pc:sldChg chg="modSp mod modTransition modNotesTx">
        <pc:chgData name="Paul Miller" userId="eb2e0f53-ef06-4af1-a7e9-6239e97c2afe" providerId="ADAL" clId="{1ACD9298-D781-4048-A89B-8E7E0B89885A}" dt="2026-09-16T13:01:08.494" v="7584"/>
        <pc:sldMkLst>
          <pc:docMk/>
          <pc:sldMk cId="4194702375" sldId="724"/>
        </pc:sldMkLst>
        <pc:spChg chg="mod">
          <ac:chgData name="Paul Miller" userId="eb2e0f53-ef06-4af1-a7e9-6239e97c2afe" providerId="ADAL" clId="{1ACD9298-D781-4048-A89B-8E7E0B89885A}" dt="2026-09-16T10:53:41.399" v="215" actId="1076"/>
          <ac:spMkLst>
            <pc:docMk/>
            <pc:sldMk cId="4194702375" sldId="724"/>
            <ac:spMk id="7" creationId="{3361A33B-2579-E208-FDF0-DC49C7338636}"/>
          </ac:spMkLst>
        </pc:spChg>
      </pc:sldChg>
      <pc:sldChg chg="addSp delSp modSp new mod modTransition modClrScheme chgLayout modNotesTx">
        <pc:chgData name="Paul Miller" userId="eb2e0f53-ef06-4af1-a7e9-6239e97c2afe" providerId="ADAL" clId="{1ACD9298-D781-4048-A89B-8E7E0B89885A}" dt="2026-09-16T13:01:08.494" v="7584"/>
        <pc:sldMkLst>
          <pc:docMk/>
          <pc:sldMk cId="4027277737" sldId="725"/>
        </pc:sldMkLst>
        <pc:spChg chg="add mod">
          <ac:chgData name="Paul Miller" userId="eb2e0f53-ef06-4af1-a7e9-6239e97c2afe" providerId="ADAL" clId="{1ACD9298-D781-4048-A89B-8E7E0B89885A}" dt="2026-09-16T10:54:36.021" v="217" actId="14100"/>
          <ac:spMkLst>
            <pc:docMk/>
            <pc:sldMk cId="4027277737" sldId="725"/>
            <ac:spMk id="5" creationId="{ED0EFE14-C0FB-F162-4CC3-FE032E6696D9}"/>
          </ac:spMkLst>
        </pc:spChg>
        <pc:picChg chg="add mod">
          <ac:chgData name="Paul Miller" userId="eb2e0f53-ef06-4af1-a7e9-6239e97c2afe" providerId="ADAL" clId="{1ACD9298-D781-4048-A89B-8E7E0B89885A}" dt="2026-09-16T11:15:02.488" v="2199" actId="1076"/>
          <ac:picMkLst>
            <pc:docMk/>
            <pc:sldMk cId="4027277737" sldId="725"/>
            <ac:picMk id="7" creationId="{C12F919A-D2AB-D848-BCE2-EB6A261F35A4}"/>
          </ac:picMkLst>
        </pc:picChg>
      </pc:sldChg>
      <pc:sldChg chg="new modTransition">
        <pc:chgData name="Paul Miller" userId="eb2e0f53-ef06-4af1-a7e9-6239e97c2afe" providerId="ADAL" clId="{1ACD9298-D781-4048-A89B-8E7E0B89885A}" dt="2026-09-16T13:01:08.494" v="7584"/>
        <pc:sldMkLst>
          <pc:docMk/>
          <pc:sldMk cId="664110011" sldId="726"/>
        </pc:sldMkLst>
      </pc:sldChg>
    </pc:docChg>
  </pc:docChgLst>
  <pc:docChgLst>
    <pc:chgData name="Paul Miller" userId="a80615469a302f42" providerId="LiveId" clId="{9C767139-66FA-48AB-940E-5D74CF6558EA}"/>
    <pc:docChg chg="undo custSel addSld delSld modSld sldOrd modMainMaster">
      <pc:chgData name="Paul Miller" userId="a80615469a302f42" providerId="LiveId" clId="{9C767139-66FA-48AB-940E-5D74CF6558EA}" dt="2026-09-14T17:32:51.270" v="125" actId="20577"/>
      <pc:docMkLst>
        <pc:docMk/>
      </pc:docMkLst>
      <pc:sldChg chg="modSp">
        <pc:chgData name="Paul Miller" userId="a80615469a302f42" providerId="LiveId" clId="{9C767139-66FA-48AB-940E-5D74CF6558EA}" dt="2026-09-14T16:08:33.479" v="77"/>
        <pc:sldMkLst>
          <pc:docMk/>
          <pc:sldMk cId="3121954252" sldId="256"/>
        </pc:sldMkLst>
        <pc:spChg chg="mod">
          <ac:chgData name="Paul Miller" userId="a80615469a302f42" providerId="LiveId" clId="{9C767139-66FA-48AB-940E-5D74CF6558EA}" dt="2026-09-14T16:08:33.479" v="77"/>
          <ac:spMkLst>
            <pc:docMk/>
            <pc:sldMk cId="3121954252" sldId="256"/>
            <ac:spMk id="2" creationId="{F1BC2DBF-37E1-2BDB-C962-8ADC29278EE0}"/>
          </ac:spMkLst>
        </pc:spChg>
        <pc:spChg chg="mod">
          <ac:chgData name="Paul Miller" userId="a80615469a302f42" providerId="LiveId" clId="{9C767139-66FA-48AB-940E-5D74CF6558EA}" dt="2026-09-14T16:08:33.479" v="77"/>
          <ac:spMkLst>
            <pc:docMk/>
            <pc:sldMk cId="3121954252" sldId="256"/>
            <ac:spMk id="3" creationId="{3F977E40-3360-E6FD-88E8-40546CE3B670}"/>
          </ac:spMkLst>
        </pc:spChg>
      </pc:sldChg>
      <pc:sldChg chg="modSp mod">
        <pc:chgData name="Paul Miller" userId="a80615469a302f42" providerId="LiveId" clId="{9C767139-66FA-48AB-940E-5D74CF6558EA}" dt="2026-09-14T16:22:03.681" v="112" actId="20577"/>
        <pc:sldMkLst>
          <pc:docMk/>
          <pc:sldMk cId="1578077994" sldId="259"/>
        </pc:sldMkLst>
        <pc:spChg chg="mod">
          <ac:chgData name="Paul Miller" userId="a80615469a302f42" providerId="LiveId" clId="{9C767139-66FA-48AB-940E-5D74CF6558EA}" dt="2026-09-14T16:08:33.479" v="77"/>
          <ac:spMkLst>
            <pc:docMk/>
            <pc:sldMk cId="1578077994" sldId="259"/>
            <ac:spMk id="2" creationId="{1A9FE176-6A7C-E964-AB88-24FA319D8969}"/>
          </ac:spMkLst>
        </pc:spChg>
      </pc:sldChg>
      <pc:sldChg chg="modSp ord">
        <pc:chgData name="Paul Miller" userId="a80615469a302f42" providerId="LiveId" clId="{9C767139-66FA-48AB-940E-5D74CF6558EA}" dt="2026-09-14T16:12:29.533" v="98"/>
        <pc:sldMkLst>
          <pc:docMk/>
          <pc:sldMk cId="1518944872" sldId="262"/>
        </pc:sldMkLst>
      </pc:sldChg>
      <pc:sldChg chg="modSp">
        <pc:chgData name="Paul Miller" userId="a80615469a302f42" providerId="LiveId" clId="{9C767139-66FA-48AB-940E-5D74CF6558EA}" dt="2026-09-14T16:08:33.479" v="77"/>
        <pc:sldMkLst>
          <pc:docMk/>
          <pc:sldMk cId="0" sldId="560"/>
        </pc:sldMkLst>
        <pc:spChg chg="mod">
          <ac:chgData name="Paul Miller" userId="a80615469a302f42" providerId="LiveId" clId="{9C767139-66FA-48AB-940E-5D74CF6558EA}" dt="2026-09-14T16:08:33.479" v="77"/>
          <ac:spMkLst>
            <pc:docMk/>
            <pc:sldMk cId="0" sldId="560"/>
            <ac:spMk id="304" creationId="{00000000-0000-0000-0000-000000000000}"/>
          </ac:spMkLst>
        </pc:spChg>
      </pc:sldChg>
      <pc:sldChg chg="addSp delSp modSp mod">
        <pc:chgData name="Paul Miller" userId="a80615469a302f42" providerId="LiveId" clId="{9C767139-66FA-48AB-940E-5D74CF6558EA}" dt="2026-09-14T16:08:33.479" v="77"/>
        <pc:sldMkLst>
          <pc:docMk/>
          <pc:sldMk cId="0" sldId="561"/>
        </pc:sldMkLst>
        <pc:spChg chg="mod">
          <ac:chgData name="Paul Miller" userId="a80615469a302f42" providerId="LiveId" clId="{9C767139-66FA-48AB-940E-5D74CF6558EA}" dt="2026-09-14T16:08:33.479" v="77"/>
          <ac:spMkLst>
            <pc:docMk/>
            <pc:sldMk cId="0" sldId="561"/>
            <ac:spMk id="307" creationId="{00000000-0000-0000-0000-000000000000}"/>
          </ac:spMkLst>
        </pc:spChg>
        <pc:spChg chg="mod">
          <ac:chgData name="Paul Miller" userId="a80615469a302f42" providerId="LiveId" clId="{9C767139-66FA-48AB-940E-5D74CF6558EA}" dt="2026-09-14T16:08:33.479" v="77"/>
          <ac:spMkLst>
            <pc:docMk/>
            <pc:sldMk cId="0" sldId="561"/>
            <ac:spMk id="308" creationId="{00000000-0000-0000-0000-000000000000}"/>
          </ac:spMkLst>
        </pc:spChg>
      </pc:sldChg>
      <pc:sldChg chg="ord">
        <pc:chgData name="Paul Miller" userId="a80615469a302f42" providerId="LiveId" clId="{9C767139-66FA-48AB-940E-5D74CF6558EA}" dt="2026-09-14T16:15:23.474" v="104"/>
        <pc:sldMkLst>
          <pc:docMk/>
          <pc:sldMk cId="1411472814" sldId="686"/>
        </pc:sldMkLst>
      </pc:sldChg>
      <pc:sldChg chg="add">
        <pc:chgData name="Paul Miller" userId="a80615469a302f42" providerId="LiveId" clId="{9C767139-66FA-48AB-940E-5D74CF6558EA}" dt="2026-09-14T15:48:03.368" v="7"/>
        <pc:sldMkLst>
          <pc:docMk/>
          <pc:sldMk cId="2592962787" sldId="693"/>
        </pc:sldMkLst>
      </pc:sldChg>
      <pc:sldChg chg="add">
        <pc:chgData name="Paul Miller" userId="a80615469a302f42" providerId="LiveId" clId="{9C767139-66FA-48AB-940E-5D74CF6558EA}" dt="2026-09-14T15:48:03.368" v="7"/>
        <pc:sldMkLst>
          <pc:docMk/>
          <pc:sldMk cId="3606693351" sldId="695"/>
        </pc:sldMkLst>
      </pc:sldChg>
      <pc:sldChg chg="add">
        <pc:chgData name="Paul Miller" userId="a80615469a302f42" providerId="LiveId" clId="{9C767139-66FA-48AB-940E-5D74CF6558EA}" dt="2026-09-14T15:48:03.368" v="7"/>
        <pc:sldMkLst>
          <pc:docMk/>
          <pc:sldMk cId="3101826477" sldId="696"/>
        </pc:sldMkLst>
      </pc:sldChg>
      <pc:sldChg chg="add">
        <pc:chgData name="Paul Miller" userId="a80615469a302f42" providerId="LiveId" clId="{9C767139-66FA-48AB-940E-5D74CF6558EA}" dt="2026-09-14T15:48:03.368" v="7"/>
        <pc:sldMkLst>
          <pc:docMk/>
          <pc:sldMk cId="4063808167" sldId="697"/>
        </pc:sldMkLst>
      </pc:sldChg>
      <pc:sldChg chg="ord">
        <pc:chgData name="Paul Miller" userId="a80615469a302f42" providerId="LiveId" clId="{9C767139-66FA-48AB-940E-5D74CF6558EA}" dt="2026-09-14T15:46:15.659" v="6"/>
        <pc:sldMkLst>
          <pc:docMk/>
          <pc:sldMk cId="1801572491" sldId="698"/>
        </pc:sldMkLst>
      </pc:sldChg>
      <pc:sldChg chg="addSp modSp mod ord">
        <pc:chgData name="Paul Miller" userId="a80615469a302f42" providerId="LiveId" clId="{9C767139-66FA-48AB-940E-5D74CF6558EA}" dt="2026-09-14T16:14:51.096" v="101"/>
        <pc:sldMkLst>
          <pc:docMk/>
          <pc:sldMk cId="4027688191" sldId="699"/>
        </pc:sldMkLst>
        <pc:picChg chg="mod">
          <ac:chgData name="Paul Miller" userId="a80615469a302f42" providerId="LiveId" clId="{9C767139-66FA-48AB-940E-5D74CF6558EA}" dt="2026-09-14T15:49:02.937" v="17" actId="208"/>
          <ac:picMkLst>
            <pc:docMk/>
            <pc:sldMk cId="4027688191" sldId="699"/>
            <ac:picMk id="5" creationId="{403AD48C-5DAC-00E6-620A-6D30546A2848}"/>
          </ac:picMkLst>
        </pc:picChg>
        <pc:picChg chg="add mod">
          <ac:chgData name="Paul Miller" userId="a80615469a302f42" providerId="LiveId" clId="{9C767139-66FA-48AB-940E-5D74CF6558EA}" dt="2026-09-14T15:49:01.150" v="16" actId="208"/>
          <ac:picMkLst>
            <pc:docMk/>
            <pc:sldMk cId="4027688191" sldId="699"/>
            <ac:picMk id="7" creationId="{0DA81569-C0FD-D448-4490-89C48291B03F}"/>
          </ac:picMkLst>
        </pc:picChg>
      </pc:sldChg>
      <pc:sldChg chg="add">
        <pc:chgData name="Paul Miller" userId="a80615469a302f42" providerId="LiveId" clId="{9C767139-66FA-48AB-940E-5D74CF6558EA}" dt="2026-09-14T15:48:03.368" v="7"/>
        <pc:sldMkLst>
          <pc:docMk/>
          <pc:sldMk cId="3692823909" sldId="705"/>
        </pc:sldMkLst>
      </pc:sldChg>
      <pc:sldChg chg="modSp add mod modNotesTx">
        <pc:chgData name="Paul Miller" userId="a80615469a302f42" providerId="LiveId" clId="{9C767139-66FA-48AB-940E-5D74CF6558EA}" dt="2026-09-14T17:32:51.270" v="125" actId="20577"/>
        <pc:sldMkLst>
          <pc:docMk/>
          <pc:sldMk cId="3710865925" sldId="708"/>
        </pc:sldMkLst>
        <pc:spChg chg="mod">
          <ac:chgData name="Paul Miller" userId="a80615469a302f42" providerId="LiveId" clId="{9C767139-66FA-48AB-940E-5D74CF6558EA}" dt="2026-09-14T16:15:48.749" v="107" actId="1076"/>
          <ac:spMkLst>
            <pc:docMk/>
            <pc:sldMk cId="3710865925" sldId="708"/>
            <ac:spMk id="6" creationId="{07BF5C8F-7F39-A1B5-FB2B-113D37F2991B}"/>
          </ac:spMkLst>
        </pc:spChg>
        <pc:spChg chg="mod">
          <ac:chgData name="Paul Miller" userId="a80615469a302f42" providerId="LiveId" clId="{9C767139-66FA-48AB-940E-5D74CF6558EA}" dt="2026-09-14T17:32:08.880" v="113" actId="1076"/>
          <ac:spMkLst>
            <pc:docMk/>
            <pc:sldMk cId="3710865925" sldId="708"/>
            <ac:spMk id="7" creationId="{DA753348-DA69-6774-8F8A-A6C3668BFF84}"/>
          </ac:spMkLst>
        </pc:spChg>
        <pc:spChg chg="mod">
          <ac:chgData name="Paul Miller" userId="a80615469a302f42" providerId="LiveId" clId="{9C767139-66FA-48AB-940E-5D74CF6558EA}" dt="2026-09-14T16:15:48.749" v="107" actId="1076"/>
          <ac:spMkLst>
            <pc:docMk/>
            <pc:sldMk cId="3710865925" sldId="708"/>
            <ac:spMk id="8" creationId="{078CE638-0C93-C5FD-0BB3-3B0533EF0C61}"/>
          </ac:spMkLst>
        </pc:spChg>
        <pc:picChg chg="mod">
          <ac:chgData name="Paul Miller" userId="a80615469a302f42" providerId="LiveId" clId="{9C767139-66FA-48AB-940E-5D74CF6558EA}" dt="2026-09-14T16:15:48.749" v="107" actId="1076"/>
          <ac:picMkLst>
            <pc:docMk/>
            <pc:sldMk cId="3710865925" sldId="708"/>
            <ac:picMk id="5" creationId="{59A98064-FACE-CC0D-3263-C73F224AFE55}"/>
          </ac:picMkLst>
        </pc:picChg>
      </pc:sldChg>
      <pc:sldChg chg="add">
        <pc:chgData name="Paul Miller" userId="a80615469a302f42" providerId="LiveId" clId="{9C767139-66FA-48AB-940E-5D74CF6558EA}" dt="2026-09-14T15:48:03.368" v="7"/>
        <pc:sldMkLst>
          <pc:docMk/>
          <pc:sldMk cId="1280092631" sldId="709"/>
        </pc:sldMkLst>
      </pc:sldChg>
      <pc:sldChg chg="add del">
        <pc:chgData name="Paul Miller" userId="a80615469a302f42" providerId="LiveId" clId="{9C767139-66FA-48AB-940E-5D74CF6558EA}" dt="2026-09-14T15:45:45.403" v="4"/>
        <pc:sldMkLst>
          <pc:docMk/>
          <pc:sldMk cId="1284849284" sldId="711"/>
        </pc:sldMkLst>
      </pc:sldChg>
      <pc:sldChg chg="add">
        <pc:chgData name="Paul Miller" userId="a80615469a302f42" providerId="LiveId" clId="{9C767139-66FA-48AB-940E-5D74CF6558EA}" dt="2026-09-14T15:48:03.368" v="7"/>
        <pc:sldMkLst>
          <pc:docMk/>
          <pc:sldMk cId="4009208370" sldId="713"/>
        </pc:sldMkLst>
      </pc:sldChg>
      <pc:sldChg chg="add">
        <pc:chgData name="Paul Miller" userId="a80615469a302f42" providerId="LiveId" clId="{9C767139-66FA-48AB-940E-5D74CF6558EA}" dt="2026-09-14T15:48:03.368" v="7"/>
        <pc:sldMkLst>
          <pc:docMk/>
          <pc:sldMk cId="3587116811" sldId="714"/>
        </pc:sldMkLst>
      </pc:sldChg>
      <pc:sldChg chg="add">
        <pc:chgData name="Paul Miller" userId="a80615469a302f42" providerId="LiveId" clId="{9C767139-66FA-48AB-940E-5D74CF6558EA}" dt="2026-09-14T15:48:03.368" v="7"/>
        <pc:sldMkLst>
          <pc:docMk/>
          <pc:sldMk cId="3932437187" sldId="715"/>
        </pc:sldMkLst>
      </pc:sldChg>
      <pc:sldChg chg="add">
        <pc:chgData name="Paul Miller" userId="a80615469a302f42" providerId="LiveId" clId="{9C767139-66FA-48AB-940E-5D74CF6558EA}" dt="2026-09-14T15:48:03.368" v="7"/>
        <pc:sldMkLst>
          <pc:docMk/>
          <pc:sldMk cId="377081767" sldId="716"/>
        </pc:sldMkLst>
      </pc:sldChg>
      <pc:sldChg chg="add del">
        <pc:chgData name="Paul Miller" userId="a80615469a302f42" providerId="LiveId" clId="{9C767139-66FA-48AB-940E-5D74CF6558EA}" dt="2026-09-14T15:45:45.403" v="4"/>
        <pc:sldMkLst>
          <pc:docMk/>
          <pc:sldMk cId="4287124130" sldId="723"/>
        </pc:sldMkLst>
      </pc:sldChg>
      <pc:sldChg chg="addSp delSp modSp new ord modAnim">
        <pc:chgData name="Paul Miller" userId="a80615469a302f42" providerId="LiveId" clId="{9C767139-66FA-48AB-940E-5D74CF6558EA}" dt="2026-09-14T16:09:38.689" v="85"/>
        <pc:sldMkLst>
          <pc:docMk/>
          <pc:sldMk cId="4194702375" sldId="724"/>
        </pc:sldMkLst>
        <pc:spChg chg="add mod">
          <ac:chgData name="Paul Miller" userId="a80615469a302f42" providerId="LiveId" clId="{9C767139-66FA-48AB-940E-5D74CF6558EA}" dt="2026-09-14T16:09:30.598" v="84" actId="1076"/>
          <ac:spMkLst>
            <pc:docMk/>
            <pc:sldMk cId="4194702375" sldId="724"/>
            <ac:spMk id="5" creationId="{BEE4E924-1EF9-457A-81CA-B857442D7656}"/>
          </ac:spMkLst>
        </pc:spChg>
        <pc:spChg chg="add mod">
          <ac:chgData name="Paul Miller" userId="a80615469a302f42" providerId="LiveId" clId="{9C767139-66FA-48AB-940E-5D74CF6558EA}" dt="2026-09-14T16:09:30.598" v="84" actId="1076"/>
          <ac:spMkLst>
            <pc:docMk/>
            <pc:sldMk cId="4194702375" sldId="724"/>
            <ac:spMk id="6" creationId="{A59788C4-872B-4B04-8647-B8AF751F31FF}"/>
          </ac:spMkLst>
        </pc:spChg>
        <pc:spChg chg="add mod">
          <ac:chgData name="Paul Miller" userId="a80615469a302f42" providerId="LiveId" clId="{9C767139-66FA-48AB-940E-5D74CF6558EA}" dt="2026-09-14T16:09:30.598" v="84" actId="1076"/>
          <ac:spMkLst>
            <pc:docMk/>
            <pc:sldMk cId="4194702375" sldId="724"/>
            <ac:spMk id="7" creationId="{3361A33B-2579-E208-FDF0-DC49C7338636}"/>
          </ac:spMkLst>
        </pc:spChg>
        <pc:picChg chg="add mod">
          <ac:chgData name="Paul Miller" userId="a80615469a302f42" providerId="LiveId" clId="{9C767139-66FA-48AB-940E-5D74CF6558EA}" dt="2026-09-14T16:09:30.598" v="84" actId="1076"/>
          <ac:picMkLst>
            <pc:docMk/>
            <pc:sldMk cId="4194702375" sldId="724"/>
            <ac:picMk id="4" creationId="{843045A8-DF3E-4A59-BEDA-D402390E0C6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BA55A-3CAD-4706-9F56-2EA4F3273818}" type="datetimeFigureOut">
              <a:rPr lang="en-GB" smtClean="0"/>
              <a:t>20/09/2026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C437E0-F067-4D7A-910C-B7332001C409}" type="slidenum">
              <a:rPr lang="en-GB" smtClean="0"/>
              <a:t>‹#›</a:t>
            </a:fld>
            <a:endParaRPr lang="en-GB"/>
          </a:p>
        </p:txBody>
      </p:sp>
    </p:spTree>
    <p:extLst>
      <p:ext uri="{BB962C8B-B14F-4D97-AF65-F5344CB8AC3E}">
        <p14:creationId xmlns:p14="http://schemas.microsoft.com/office/powerpoint/2010/main" val="4216624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ehrbase.org/api/hip-ehrbase/ehr#tag/COMPOSITION"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 good morning welcome</a:t>
            </a:r>
          </a:p>
          <a:p>
            <a:r>
              <a:rPr lang="en-GB" dirty="0"/>
              <a:t>I am …</a:t>
            </a:r>
          </a:p>
          <a:p>
            <a:r>
              <a:rPr lang="en-GB" dirty="0"/>
              <a:t>We have 45 minutes to talk you through foundations of openEHR modelling</a:t>
            </a:r>
          </a:p>
          <a:p>
            <a:r>
              <a:rPr lang="en-GB" dirty="0"/>
              <a:t>Which is not a lot of time!</a:t>
            </a:r>
          </a:p>
        </p:txBody>
      </p:sp>
      <p:sp>
        <p:nvSpPr>
          <p:cNvPr id="4" name="Slide Number Placeholder 3"/>
          <p:cNvSpPr>
            <a:spLocks noGrp="1"/>
          </p:cNvSpPr>
          <p:nvPr>
            <p:ph type="sldNum" sz="quarter" idx="5"/>
          </p:nvPr>
        </p:nvSpPr>
        <p:spPr/>
        <p:txBody>
          <a:bodyPr/>
          <a:lstStyle/>
          <a:p>
            <a:fld id="{6FC437E0-F067-4D7A-910C-B7332001C409}" type="slidenum">
              <a:rPr lang="en-GB" smtClean="0"/>
              <a:t>1</a:t>
            </a:fld>
            <a:endParaRPr lang="en-GB"/>
          </a:p>
        </p:txBody>
      </p:sp>
    </p:spTree>
    <p:extLst>
      <p:ext uri="{BB962C8B-B14F-4D97-AF65-F5344CB8AC3E}">
        <p14:creationId xmlns:p14="http://schemas.microsoft.com/office/powerpoint/2010/main" val="1421689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are going to cover all this in that time.</a:t>
            </a:r>
          </a:p>
          <a:p>
            <a:r>
              <a:rPr lang="en-GB" dirty="0"/>
              <a:t>It is hard to pitch this at the right level, some people may be very experienced and others potentially absolute beginners</a:t>
            </a:r>
          </a:p>
          <a:p>
            <a:r>
              <a:rPr lang="en-GB" dirty="0"/>
              <a:t>So we will cover come basic concepts</a:t>
            </a:r>
          </a:p>
          <a:p>
            <a:r>
              <a:rPr lang="en-GB" dirty="0"/>
              <a:t>But it fairly rapidly gets complicated</a:t>
            </a:r>
          </a:p>
          <a:p>
            <a:r>
              <a:rPr lang="en-GB" dirty="0"/>
              <a:t>Also you may know better than me!</a:t>
            </a:r>
          </a:p>
        </p:txBody>
      </p:sp>
      <p:sp>
        <p:nvSpPr>
          <p:cNvPr id="4" name="Slide Number Placeholder 3"/>
          <p:cNvSpPr>
            <a:spLocks noGrp="1"/>
          </p:cNvSpPr>
          <p:nvPr>
            <p:ph type="sldNum" sz="quarter" idx="5"/>
          </p:nvPr>
        </p:nvSpPr>
        <p:spPr/>
        <p:txBody>
          <a:bodyPr/>
          <a:lstStyle/>
          <a:p>
            <a:fld id="{6FC437E0-F067-4D7A-910C-B7332001C409}" type="slidenum">
              <a:rPr lang="en-GB" smtClean="0"/>
              <a:t>2</a:t>
            </a:fld>
            <a:endParaRPr lang="en-GB"/>
          </a:p>
        </p:txBody>
      </p:sp>
    </p:spTree>
    <p:extLst>
      <p:ext uri="{BB962C8B-B14F-4D97-AF65-F5344CB8AC3E}">
        <p14:creationId xmlns:p14="http://schemas.microsoft.com/office/powerpoint/2010/main" val="908237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a quick ‘what is openEHR’ in 2 slides. Maybe you are new to all this, and just here to find out!</a:t>
            </a:r>
          </a:p>
          <a:p>
            <a:r>
              <a:rPr lang="en-GB" dirty="0"/>
              <a:t>The link below is promoting my blog post from 2024 where I try and summarise what openEHR is.</a:t>
            </a:r>
          </a:p>
          <a:p>
            <a:r>
              <a:rPr lang="en-GB" dirty="0"/>
              <a:t>The sandy coloured box kind of tries to capture what it is, the pink box what is not.</a:t>
            </a:r>
          </a:p>
          <a:p>
            <a:endParaRPr lang="en-GB" dirty="0"/>
          </a:p>
          <a:p>
            <a:endParaRPr lang="en-GB" dirty="0"/>
          </a:p>
          <a:p>
            <a:r>
              <a:rPr lang="en-GB" dirty="0"/>
              <a:t>Confusingly, it is not an instance of an EHR – not something you can download and double click on to install.</a:t>
            </a:r>
          </a:p>
          <a:p>
            <a:r>
              <a:rPr lang="en-GB" dirty="0"/>
              <a:t>It is not free, as in beer, not really as it will cost you resources to implement it – but the blueprints are free as in beer, or as close as they can be.</a:t>
            </a:r>
          </a:p>
          <a:p>
            <a:r>
              <a:rPr lang="en-GB" dirty="0"/>
              <a:t>Interop is not its primary purpose, at least not in the sense of messaging and exchange. Interop in the sense that different applications can make use of the same data, and thus the same semantics, is supported – just by all the apps using the same models and data stores.</a:t>
            </a:r>
          </a:p>
          <a:p>
            <a:r>
              <a:rPr lang="en-GB" dirty="0"/>
              <a:t>openEHR is a platform component, not a complete digital platform. It sits alongside other services to create your platform ecosystem.</a:t>
            </a:r>
          </a:p>
          <a:p>
            <a:r>
              <a:rPr lang="en-GB" dirty="0"/>
              <a:t>Neither does it dictate UIs, it really says very little about the application layer and the user interfaces. </a:t>
            </a:r>
          </a:p>
          <a:p>
            <a:endParaRPr lang="en-GB" dirty="0"/>
          </a:p>
        </p:txBody>
      </p:sp>
      <p:sp>
        <p:nvSpPr>
          <p:cNvPr id="4" name="Slide Number Placeholder 3"/>
          <p:cNvSpPr>
            <a:spLocks noGrp="1"/>
          </p:cNvSpPr>
          <p:nvPr>
            <p:ph type="sldNum" sz="quarter" idx="5"/>
          </p:nvPr>
        </p:nvSpPr>
        <p:spPr/>
        <p:txBody>
          <a:bodyPr/>
          <a:lstStyle/>
          <a:p>
            <a:fld id="{6FC437E0-F067-4D7A-910C-B7332001C409}" type="slidenum">
              <a:rPr lang="en-GB" smtClean="0"/>
              <a:t>3</a:t>
            </a:fld>
            <a:endParaRPr lang="en-GB"/>
          </a:p>
        </p:txBody>
      </p:sp>
    </p:spTree>
    <p:extLst>
      <p:ext uri="{BB962C8B-B14F-4D97-AF65-F5344CB8AC3E}">
        <p14:creationId xmlns:p14="http://schemas.microsoft.com/office/powerpoint/2010/main" val="1396593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think of openEHR as being these 3 things. Specifications for building clinical data repos and modelling, the global community, which includes everyone in this room, and the actual models themselves which are significant global asset</a:t>
            </a:r>
          </a:p>
          <a:p>
            <a:r>
              <a:rPr lang="en-GB" dirty="0"/>
              <a:t>I know the definition above said openEHR is Specs, Models and software. I would suggest that really it is Specs, Models and the </a:t>
            </a:r>
            <a:r>
              <a:rPr lang="en-GB" i="1" dirty="0"/>
              <a:t>Community</a:t>
            </a:r>
            <a:r>
              <a:rPr lang="en-GB" dirty="0"/>
              <a:t>.</a:t>
            </a:r>
          </a:p>
          <a:p>
            <a:r>
              <a:rPr lang="en-GB" dirty="0"/>
              <a:t>The ability of the internet to support the commons of domain experts has allowed openEHR (and other entities like Linux, HL7, and even SNOMED) to revolutionise the foundations of EHRs. People no longer need to work inside black boxes, they can work together.</a:t>
            </a:r>
          </a:p>
          <a:p>
            <a:r>
              <a:rPr lang="en-GB" dirty="0"/>
              <a:t>OK, so that’s the very quick ‘what is </a:t>
            </a:r>
            <a:r>
              <a:rPr lang="en-GB" dirty="0" err="1"/>
              <a:t>opneEHR</a:t>
            </a:r>
            <a:r>
              <a:rPr lang="en-GB" dirty="0"/>
              <a:t>’ Y’all are here to learn about modelling, so lets kick that off now</a:t>
            </a:r>
          </a:p>
        </p:txBody>
      </p:sp>
      <p:sp>
        <p:nvSpPr>
          <p:cNvPr id="4" name="Slide Number Placeholder 3"/>
          <p:cNvSpPr>
            <a:spLocks noGrp="1"/>
          </p:cNvSpPr>
          <p:nvPr>
            <p:ph type="sldNum" sz="quarter" idx="5"/>
          </p:nvPr>
        </p:nvSpPr>
        <p:spPr/>
        <p:txBody>
          <a:bodyPr/>
          <a:lstStyle/>
          <a:p>
            <a:fld id="{5064F7C5-23D8-A34B-B3BE-0C712025A125}" type="slidenum">
              <a:rPr lang="en-US" smtClean="0"/>
              <a:t>4</a:t>
            </a:fld>
            <a:endParaRPr lang="en-US"/>
          </a:p>
        </p:txBody>
      </p:sp>
    </p:spTree>
    <p:extLst>
      <p:ext uri="{BB962C8B-B14F-4D97-AF65-F5344CB8AC3E}">
        <p14:creationId xmlns:p14="http://schemas.microsoft.com/office/powerpoint/2010/main" val="4022186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for this section I am using some images from Tomas Beale’s now 10 year old blog post on openEHR for FHIR folk. It’s a great post, with this weird guy pictures. </a:t>
            </a:r>
          </a:p>
          <a:p>
            <a:r>
              <a:rPr lang="en-GB" dirty="0"/>
              <a:t>It’s worth reading the post itself for a more detailed </a:t>
            </a:r>
            <a:r>
              <a:rPr lang="en-GB" dirty="0" err="1"/>
              <a:t>gorunidng</a:t>
            </a:r>
            <a:r>
              <a:rPr lang="en-GB" dirty="0"/>
              <a:t> in the multilevel modelling approach of openEHR</a:t>
            </a:r>
          </a:p>
          <a:p>
            <a:r>
              <a:rPr lang="en-GB" dirty="0"/>
              <a:t>That means talking about the 3 layers of the openEHR architecture</a:t>
            </a:r>
          </a:p>
          <a:p>
            <a:r>
              <a:rPr lang="en-GB" dirty="0"/>
              <a:t>The Reference Model</a:t>
            </a:r>
          </a:p>
          <a:p>
            <a:r>
              <a:rPr lang="en-GB" dirty="0"/>
              <a:t>Archetypes</a:t>
            </a:r>
          </a:p>
          <a:p>
            <a:r>
              <a:rPr lang="en-GB" dirty="0"/>
              <a:t>And</a:t>
            </a:r>
          </a:p>
          <a:p>
            <a:r>
              <a:rPr lang="en-GB" dirty="0"/>
              <a:t>Templates</a:t>
            </a:r>
          </a:p>
        </p:txBody>
      </p:sp>
      <p:sp>
        <p:nvSpPr>
          <p:cNvPr id="4" name="Slide Number Placeholder 3"/>
          <p:cNvSpPr>
            <a:spLocks noGrp="1"/>
          </p:cNvSpPr>
          <p:nvPr>
            <p:ph type="sldNum" sz="quarter" idx="5"/>
          </p:nvPr>
        </p:nvSpPr>
        <p:spPr/>
        <p:txBody>
          <a:bodyPr/>
          <a:lstStyle/>
          <a:p>
            <a:fld id="{6FC437E0-F067-4D7A-910C-B7332001C409}" type="slidenum">
              <a:rPr lang="en-GB" smtClean="0"/>
              <a:t>5</a:t>
            </a:fld>
            <a:endParaRPr lang="en-GB"/>
          </a:p>
        </p:txBody>
      </p:sp>
    </p:spTree>
    <p:extLst>
      <p:ext uri="{BB962C8B-B14F-4D97-AF65-F5344CB8AC3E}">
        <p14:creationId xmlns:p14="http://schemas.microsoft.com/office/powerpoint/2010/main" val="3396423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The foundational layer is the Reference Model, or ‘RM’.</a:t>
            </a:r>
          </a:p>
          <a:p>
            <a:r>
              <a:rPr lang="en-GB" dirty="0"/>
              <a:t>The RM sets the basic operating parameters and purposes of openEHR, by defining things like Data Types and the types of record entries that are allowed.</a:t>
            </a:r>
          </a:p>
          <a:p>
            <a:r>
              <a:rPr lang="en-GB" dirty="0"/>
              <a:t>It constrains to an extent what you can build on top of it, and also sets openEHR up as definition for health care.</a:t>
            </a:r>
          </a:p>
          <a:p>
            <a:endParaRPr lang="en-GB" dirty="0"/>
          </a:p>
          <a:p>
            <a:r>
              <a:rPr lang="en-GB" dirty="0"/>
              <a:t>This sets out some basic stuff, like which data types are allowed – things like Quantities, Text values, True/False. It is built around a model of care provision that describes the types of things that need to be in an (‘entries’ EHR) like Observations, evaluations, and instructions. It says that there “shall be data and that data will be for health care.” If it was for say, building construction, then the RM data types and entries would be different.</a:t>
            </a:r>
          </a:p>
          <a:p>
            <a:r>
              <a:rPr lang="en-GB" dirty="0"/>
              <a:t>So the RM just constrains the rest of the specification by providing a foundation for everything else.</a:t>
            </a:r>
          </a:p>
          <a:p>
            <a:r>
              <a:rPr lang="en-GB" dirty="0"/>
              <a:t>The wee people represent who is going to be interested in this layer. IT folk and Health Informaticians.</a:t>
            </a:r>
          </a:p>
        </p:txBody>
      </p:sp>
      <p:sp>
        <p:nvSpPr>
          <p:cNvPr id="4" name="Slide Number Placeholder 3"/>
          <p:cNvSpPr>
            <a:spLocks noGrp="1"/>
          </p:cNvSpPr>
          <p:nvPr>
            <p:ph type="sldNum" sz="quarter" idx="5"/>
          </p:nvPr>
        </p:nvSpPr>
        <p:spPr/>
        <p:txBody>
          <a:bodyPr/>
          <a:lstStyle/>
          <a:p>
            <a:fld id="{4FD7AF10-68D0-4535-BBD5-3316CC16142D}" type="slidenum">
              <a:rPr lang="en-GB" smtClean="0"/>
              <a:t>6</a:t>
            </a:fld>
            <a:endParaRPr lang="en-GB"/>
          </a:p>
        </p:txBody>
      </p:sp>
    </p:spTree>
    <p:extLst>
      <p:ext uri="{BB962C8B-B14F-4D97-AF65-F5344CB8AC3E}">
        <p14:creationId xmlns:p14="http://schemas.microsoft.com/office/powerpoint/2010/main" val="3249662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cannot explain openEHR modelling without using at least one Lego™ reference.</a:t>
            </a:r>
          </a:p>
          <a:p>
            <a:r>
              <a:rPr lang="en-GB" dirty="0"/>
              <a:t>I like it for explaining the RM.</a:t>
            </a:r>
          </a:p>
          <a:p>
            <a:r>
              <a:rPr lang="en-GB" dirty="0"/>
              <a:t>The RM is like all the blocks and shapes and connectors you get from Lego. These all allow you to build stuff on top, but you cannot build stuff that is not made out of Lego.</a:t>
            </a:r>
          </a:p>
          <a:p>
            <a:r>
              <a:rPr lang="en-GB" dirty="0"/>
              <a:t>Every </a:t>
            </a:r>
            <a:r>
              <a:rPr lang="en-GB" dirty="0" err="1"/>
              <a:t>lego</a:t>
            </a:r>
            <a:r>
              <a:rPr lang="en-GB" dirty="0"/>
              <a:t> item has to conform to certain criteria, and so it is with the openEHR RM – it defines the building blocks.</a:t>
            </a:r>
          </a:p>
        </p:txBody>
      </p:sp>
      <p:sp>
        <p:nvSpPr>
          <p:cNvPr id="4" name="Slide Number Placeholder 3"/>
          <p:cNvSpPr>
            <a:spLocks noGrp="1"/>
          </p:cNvSpPr>
          <p:nvPr>
            <p:ph type="sldNum" sz="quarter" idx="5"/>
          </p:nvPr>
        </p:nvSpPr>
        <p:spPr/>
        <p:txBody>
          <a:bodyPr/>
          <a:lstStyle/>
          <a:p>
            <a:fld id="{4FD7AF10-68D0-4535-BBD5-3316CC16142D}" type="slidenum">
              <a:rPr lang="en-GB" smtClean="0"/>
              <a:t>7</a:t>
            </a:fld>
            <a:endParaRPr lang="en-GB"/>
          </a:p>
        </p:txBody>
      </p:sp>
    </p:spTree>
    <p:extLst>
      <p:ext uri="{BB962C8B-B14F-4D97-AF65-F5344CB8AC3E}">
        <p14:creationId xmlns:p14="http://schemas.microsoft.com/office/powerpoint/2010/main" val="2548285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these are the things it defines.</a:t>
            </a:r>
          </a:p>
          <a:p>
            <a:r>
              <a:rPr lang="en-GB" dirty="0"/>
              <a:t>Data types, data structures, common concepts and the EHR model itself</a:t>
            </a:r>
          </a:p>
          <a:p>
            <a:r>
              <a:rPr lang="en-GB" dirty="0"/>
              <a:t>Mostly we are interested in the EHR Model.</a:t>
            </a:r>
          </a:p>
          <a:p>
            <a:endParaRPr lang="en-GB" dirty="0"/>
          </a:p>
          <a:p>
            <a:r>
              <a:rPr lang="en-GB" dirty="0"/>
              <a:t>In fact, the RM specification is split into many parts. We will mostly be talking about the EHR IM with a bit of Common and Data types.</a:t>
            </a:r>
          </a:p>
          <a:p>
            <a:r>
              <a:rPr lang="en-GB" dirty="0"/>
              <a:t>We will not be using the Demographic model, in general, as the typical practice in platform deployments is to use a separate EMPI, and that does the demographics. In NDP we are not using openEHR for demographics.</a:t>
            </a:r>
          </a:p>
          <a:p>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8</a:t>
            </a:fld>
            <a:endParaRPr lang="en-GB"/>
          </a:p>
        </p:txBody>
      </p:sp>
    </p:spTree>
    <p:extLst>
      <p:ext uri="{BB962C8B-B14F-4D97-AF65-F5344CB8AC3E}">
        <p14:creationId xmlns:p14="http://schemas.microsoft.com/office/powerpoint/2010/main" val="3565728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RM gives you stuff for free. It recognises that every record stored needs some common stuff, like the subject of care, the person (or machine) that wrote it, who was involved in the encounter and so on; and auditing so that versions of content are tracked and managed, and can be found [Locatable class]</a:t>
            </a:r>
          </a:p>
          <a:p>
            <a:r>
              <a:rPr lang="en-GB" dirty="0"/>
              <a:t>This means, when it comes to modelling, that you do not need to model all that stuff every time.</a:t>
            </a:r>
          </a:p>
          <a:p>
            <a:r>
              <a:rPr lang="en-GB" dirty="0"/>
              <a:t>FHIR has no RM, so resources have to repeat common patterns explicitly, such as subject or practitioner, and it has no persistence specification. It is really for exchange, so of course it takes a different approach to openEHR.</a:t>
            </a:r>
          </a:p>
          <a:p>
            <a:r>
              <a:rPr lang="en-GB" dirty="0"/>
              <a:t>FHIR cannot mandate, for example, Locatable paths or Composer elements because it is about taking data from other systems which may not have those elements.</a:t>
            </a:r>
          </a:p>
          <a:p>
            <a:endParaRPr lang="en-GB" dirty="0"/>
          </a:p>
          <a:p>
            <a:r>
              <a:rPr lang="en-GB" dirty="0"/>
              <a:t>Not all the RM attributes are exposed in the modelling tooling – most are meant for dev, but as CIs you may need to specify to dev that you want certain elements populated, and what with</a:t>
            </a:r>
          </a:p>
        </p:txBody>
      </p:sp>
      <p:sp>
        <p:nvSpPr>
          <p:cNvPr id="4" name="Slide Number Placeholder 3"/>
          <p:cNvSpPr>
            <a:spLocks noGrp="1"/>
          </p:cNvSpPr>
          <p:nvPr>
            <p:ph type="sldNum" sz="quarter" idx="5"/>
          </p:nvPr>
        </p:nvSpPr>
        <p:spPr/>
        <p:txBody>
          <a:bodyPr/>
          <a:lstStyle/>
          <a:p>
            <a:fld id="{4FD7AF10-68D0-4535-BBD5-3316CC16142D}" type="slidenum">
              <a:rPr lang="en-GB" smtClean="0"/>
              <a:t>9</a:t>
            </a:fld>
            <a:endParaRPr lang="en-GB"/>
          </a:p>
        </p:txBody>
      </p:sp>
    </p:spTree>
    <p:extLst>
      <p:ext uri="{BB962C8B-B14F-4D97-AF65-F5344CB8AC3E}">
        <p14:creationId xmlns:p14="http://schemas.microsoft.com/office/powerpoint/2010/main" val="1040121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RM EHR specification is probably the most useful one for modelling.</a:t>
            </a:r>
          </a:p>
          <a:p>
            <a:r>
              <a:rPr lang="en-GB" dirty="0"/>
              <a:t>It was not until I found this and reread it that I really started to grasp what was going on.</a:t>
            </a:r>
            <a:br>
              <a:rPr lang="en-GB" dirty="0"/>
            </a:br>
            <a:r>
              <a:rPr lang="en-GB" dirty="0"/>
              <a:t>Reading the RM though is bit like climbing Ben Nevis in the dark with only a headtorch. It’s a lot of effort, your frequently take wrong turns, but in the end you generally get there.</a:t>
            </a:r>
          </a:p>
          <a:p>
            <a:r>
              <a:rPr lang="en-GB" dirty="0"/>
              <a:t>Don’t fall off though!</a:t>
            </a:r>
          </a:p>
          <a:p>
            <a:r>
              <a:rPr lang="en-GB" dirty="0"/>
              <a:t>Read these sections first, but understand it is quite dense and heavy going.</a:t>
            </a:r>
          </a:p>
        </p:txBody>
      </p:sp>
      <p:sp>
        <p:nvSpPr>
          <p:cNvPr id="4" name="Slide Number Placeholder 3"/>
          <p:cNvSpPr>
            <a:spLocks noGrp="1"/>
          </p:cNvSpPr>
          <p:nvPr>
            <p:ph type="sldNum" sz="quarter" idx="5"/>
          </p:nvPr>
        </p:nvSpPr>
        <p:spPr/>
        <p:txBody>
          <a:bodyPr/>
          <a:lstStyle/>
          <a:p>
            <a:fld id="{6FC437E0-F067-4D7A-910C-B7332001C409}" type="slidenum">
              <a:rPr lang="en-GB" smtClean="0"/>
              <a:t>10</a:t>
            </a:fld>
            <a:endParaRPr lang="en-GB"/>
          </a:p>
        </p:txBody>
      </p:sp>
    </p:spTree>
    <p:extLst>
      <p:ext uri="{BB962C8B-B14F-4D97-AF65-F5344CB8AC3E}">
        <p14:creationId xmlns:p14="http://schemas.microsoft.com/office/powerpoint/2010/main" val="1361180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Off the back of the RM EHR section, I think it is helpful to understand what the EHR is in openEHR terms</a:t>
            </a:r>
          </a:p>
          <a:p>
            <a:endParaRPr lang="en-GB" dirty="0"/>
          </a:p>
          <a:p>
            <a:r>
              <a:rPr lang="en-GB" dirty="0"/>
              <a:t>Many of you will be familiar with how records are handled currently, or in the past, on paper charts.</a:t>
            </a:r>
          </a:p>
          <a:p>
            <a:r>
              <a:rPr lang="en-GB" dirty="0"/>
              <a:t>You have a person, now a patient or client as they have contacted the H&amp;SC systems.</a:t>
            </a:r>
          </a:p>
          <a:p>
            <a:r>
              <a:rPr lang="en-GB" dirty="0"/>
              <a:t>In General practice we would create a manila, A4 folder for them, with their IDs on the front cover, along with some other records data, and then inside we would add content.</a:t>
            </a:r>
          </a:p>
        </p:txBody>
      </p:sp>
      <p:sp>
        <p:nvSpPr>
          <p:cNvPr id="4" name="Slide Number Placeholder 3"/>
          <p:cNvSpPr>
            <a:spLocks noGrp="1"/>
          </p:cNvSpPr>
          <p:nvPr>
            <p:ph type="sldNum" sz="quarter" idx="5"/>
          </p:nvPr>
        </p:nvSpPr>
        <p:spPr/>
        <p:txBody>
          <a:bodyPr/>
          <a:lstStyle/>
          <a:p>
            <a:fld id="{4FD7AF10-68D0-4535-BBD5-3316CC16142D}" type="slidenum">
              <a:rPr lang="en-GB" smtClean="0"/>
              <a:t>11</a:t>
            </a:fld>
            <a:endParaRPr lang="en-GB"/>
          </a:p>
        </p:txBody>
      </p:sp>
    </p:spTree>
    <p:extLst>
      <p:ext uri="{BB962C8B-B14F-4D97-AF65-F5344CB8AC3E}">
        <p14:creationId xmlns:p14="http://schemas.microsoft.com/office/powerpoint/2010/main" val="3089946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openEHR this is very similar</a:t>
            </a:r>
          </a:p>
          <a:p>
            <a:r>
              <a:rPr lang="en-GB" dirty="0"/>
              <a:t>We have a patient who has a National Health System ID (in Scotland these are called ‘CHI’), and every patient has an openEHR ‘EHR’ with its own unique ID.</a:t>
            </a:r>
          </a:p>
          <a:p>
            <a:r>
              <a:rPr lang="en-GB" dirty="0"/>
              <a:t>One patient, one EHR. That EHR is the same as the manilla A4 folder. It is linked via their NHS ID to their NHS identity. This can happen in different ways depending on your level of comfort with privacy and security.</a:t>
            </a:r>
          </a:p>
          <a:p>
            <a:r>
              <a:rPr lang="en-GB" dirty="0"/>
              <a:t>The EHR is then filled in with content pages or ‘compositions’ which are the records of H&amp;C events, encounters and other data.</a:t>
            </a:r>
          </a:p>
          <a:p>
            <a:r>
              <a:rPr lang="en-GB" dirty="0"/>
              <a:t>The ‘Composition’ is an important concept so I will talk about it more later.</a:t>
            </a:r>
          </a:p>
        </p:txBody>
      </p:sp>
      <p:sp>
        <p:nvSpPr>
          <p:cNvPr id="4" name="Slide Number Placeholder 3"/>
          <p:cNvSpPr>
            <a:spLocks noGrp="1"/>
          </p:cNvSpPr>
          <p:nvPr>
            <p:ph type="sldNum" sz="quarter" idx="5"/>
          </p:nvPr>
        </p:nvSpPr>
        <p:spPr/>
        <p:txBody>
          <a:bodyPr/>
          <a:lstStyle/>
          <a:p>
            <a:fld id="{4FD7AF10-68D0-4535-BBD5-3316CC16142D}" type="slidenum">
              <a:rPr lang="en-GB" smtClean="0"/>
              <a:t>12</a:t>
            </a:fld>
            <a:endParaRPr lang="en-GB"/>
          </a:p>
        </p:txBody>
      </p:sp>
    </p:spTree>
    <p:extLst>
      <p:ext uri="{BB962C8B-B14F-4D97-AF65-F5344CB8AC3E}">
        <p14:creationId xmlns:p14="http://schemas.microsoft.com/office/powerpoint/2010/main" val="4067299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have included this slide as I wanted to just start to hint towards a bit more of the RM EHR structure as it will hopefully help your thinking and not confuse you further.</a:t>
            </a:r>
          </a:p>
          <a:p>
            <a:r>
              <a:rPr lang="en-GB" dirty="0"/>
              <a:t>In openEHR every patient will have an EHR. This will have a unique ID and is the top level container for all the data about them.</a:t>
            </a:r>
          </a:p>
          <a:p>
            <a:r>
              <a:rPr lang="en-GB" dirty="0"/>
              <a:t>The content can be stored in folders to organise it.</a:t>
            </a:r>
          </a:p>
          <a:p>
            <a:r>
              <a:rPr lang="en-GB" dirty="0"/>
              <a:t>Records are stored as ‘compositions’ a term you will hear more about. A composition can be thought of like the form or piece of paper where all the data from the encounter is recorded.</a:t>
            </a:r>
          </a:p>
          <a:p>
            <a:r>
              <a:rPr lang="en-GB" dirty="0"/>
              <a:t>The EHR has a couple of other attributes  Access and Status – that can control user access or turn on and off the active state of the EHR.</a:t>
            </a:r>
          </a:p>
          <a:p>
            <a:r>
              <a:rPr lang="en-GB" dirty="0"/>
              <a:t>So main learning point: every patient has an EHR with a unique ID that contains all their records.</a:t>
            </a:r>
          </a:p>
          <a:p>
            <a:r>
              <a:rPr lang="en-GB" dirty="0"/>
              <a:t>From our perspective right now we are really only interested in the EHR concept itself as a container in openEHR for all a person’s records, and the idea that records are stored or committed as compositions.</a:t>
            </a:r>
          </a:p>
          <a:p>
            <a:r>
              <a:rPr lang="en-GB" dirty="0"/>
              <a:t>This diagram shows that the EHR itself has attributes, like whether it is active or not, and that the EHR can be organised into folders and directories to make it easier to search across.</a:t>
            </a:r>
          </a:p>
          <a:p>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13</a:t>
            </a:fld>
            <a:endParaRPr lang="en-GB"/>
          </a:p>
        </p:txBody>
      </p:sp>
    </p:spTree>
    <p:extLst>
      <p:ext uri="{BB962C8B-B14F-4D97-AF65-F5344CB8AC3E}">
        <p14:creationId xmlns:p14="http://schemas.microsoft.com/office/powerpoint/2010/main" val="2498075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so next up is everyone’s favourite: Archetypes </a:t>
            </a:r>
          </a:p>
          <a:p>
            <a:r>
              <a:rPr lang="en-GB" dirty="0"/>
              <a:t>These are data definitions of real-world clinical concepts. They need to be built with input from domain experts and IT people.</a:t>
            </a:r>
          </a:p>
        </p:txBody>
      </p:sp>
      <p:sp>
        <p:nvSpPr>
          <p:cNvPr id="4" name="Slide Number Placeholder 3"/>
          <p:cNvSpPr>
            <a:spLocks noGrp="1"/>
          </p:cNvSpPr>
          <p:nvPr>
            <p:ph type="sldNum" sz="quarter" idx="5"/>
          </p:nvPr>
        </p:nvSpPr>
        <p:spPr/>
        <p:txBody>
          <a:bodyPr/>
          <a:lstStyle/>
          <a:p>
            <a:fld id="{4FD7AF10-68D0-4535-BBD5-3316CC16142D}" type="slidenum">
              <a:rPr lang="en-GB" smtClean="0"/>
              <a:t>14</a:t>
            </a:fld>
            <a:endParaRPr lang="en-GB"/>
          </a:p>
        </p:txBody>
      </p:sp>
    </p:spTree>
    <p:extLst>
      <p:ext uri="{BB962C8B-B14F-4D97-AF65-F5344CB8AC3E}">
        <p14:creationId xmlns:p14="http://schemas.microsoft.com/office/powerpoint/2010/main" val="2867773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Such as BP etc</a:t>
            </a:r>
          </a:p>
          <a:p>
            <a:r>
              <a:rPr lang="en-GB" dirty="0"/>
              <a:t>In openEHR we try and get all the possible things we might need to say or store about a concept included in the Archetype.</a:t>
            </a:r>
          </a:p>
          <a:p>
            <a:r>
              <a:rPr lang="en-GB" dirty="0"/>
              <a:t>That is a human process of requirements gathering, and can only be done with the contributions of domain experts.</a:t>
            </a:r>
          </a:p>
          <a:p>
            <a:r>
              <a:rPr lang="en-GB" dirty="0"/>
              <a:t>We need all the things because in our actual use cases we want to be able to choose which bits of the archetype to use.</a:t>
            </a:r>
          </a:p>
        </p:txBody>
      </p:sp>
      <p:sp>
        <p:nvSpPr>
          <p:cNvPr id="4" name="Slide Number Placeholder 3"/>
          <p:cNvSpPr>
            <a:spLocks noGrp="1"/>
          </p:cNvSpPr>
          <p:nvPr>
            <p:ph type="sldNum" sz="quarter" idx="5"/>
          </p:nvPr>
        </p:nvSpPr>
        <p:spPr/>
        <p:txBody>
          <a:bodyPr/>
          <a:lstStyle/>
          <a:p>
            <a:fld id="{6FC437E0-F067-4D7A-910C-B7332001C409}" type="slidenum">
              <a:rPr lang="en-GB" smtClean="0"/>
              <a:t>15</a:t>
            </a:fld>
            <a:endParaRPr lang="en-GB"/>
          </a:p>
        </p:txBody>
      </p:sp>
    </p:spTree>
    <p:extLst>
      <p:ext uri="{BB962C8B-B14F-4D97-AF65-F5344CB8AC3E}">
        <p14:creationId xmlns:p14="http://schemas.microsoft.com/office/powerpoint/2010/main" val="2801189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templates</a:t>
            </a:r>
          </a:p>
          <a:p>
            <a:endParaRPr lang="en-GB" dirty="0"/>
          </a:p>
          <a:p>
            <a:r>
              <a:rPr lang="en-GB" dirty="0"/>
              <a:t>Templates are essentially data definitions for specific uses. They make use of parts from one or more archetypes to build the content.</a:t>
            </a:r>
          </a:p>
          <a:p>
            <a:r>
              <a:rPr lang="en-GB" dirty="0"/>
              <a:t>Because the data elements come from archetypes they are fully defined already and consistent across different templates.</a:t>
            </a:r>
          </a:p>
          <a:p>
            <a:r>
              <a:rPr lang="en-GB" dirty="0"/>
              <a:t>IOW systolic BP value in different templates will be identifiable as a systolic BP value independent of the templates (“Find me all systolic BP readings”) or identifiable from the template (“Find me all systolic BP values from Diabetic Reviews”).</a:t>
            </a:r>
          </a:p>
          <a:p>
            <a:r>
              <a:rPr lang="en-GB" dirty="0"/>
              <a:t>Once fixed in an archetype the options to change values in a template are limited. Labels can change (</a:t>
            </a:r>
            <a:r>
              <a:rPr lang="en-GB" dirty="0" err="1"/>
              <a:t>e.g.”systolic</a:t>
            </a:r>
            <a:r>
              <a:rPr lang="en-GB" dirty="0"/>
              <a:t> BP” could be changes to “Systolic”) and occurrence can change only if it does not conflict with the archetype (i.e. Archetype Occurrence is 1..1 mandatory, in the template you cannot make it 0..1 i.e. optional).</a:t>
            </a:r>
          </a:p>
          <a:p>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16</a:t>
            </a:fld>
            <a:endParaRPr lang="en-GB"/>
          </a:p>
        </p:txBody>
      </p:sp>
    </p:spTree>
    <p:extLst>
      <p:ext uri="{BB962C8B-B14F-4D97-AF65-F5344CB8AC3E}">
        <p14:creationId xmlns:p14="http://schemas.microsoft.com/office/powerpoint/2010/main" val="514862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template in openEHR is a data definition for a specific use case.</a:t>
            </a:r>
          </a:p>
          <a:p>
            <a:r>
              <a:rPr lang="en-GB" dirty="0"/>
              <a:t>They can be very contextual, right down to the requirements of a single person or clinic.</a:t>
            </a:r>
          </a:p>
          <a:p>
            <a:r>
              <a:rPr lang="en-GB" dirty="0"/>
              <a:t>But more likely, they tend to cover higher-level care events like specific disorders or tasks.</a:t>
            </a:r>
          </a:p>
          <a:p>
            <a:r>
              <a:rPr lang="en-GB" dirty="0"/>
              <a:t>They use parts of one or more archetypes. In this way, because elements in a Template must come from previously defined archetypes, they always carry their semantics, their meaning. It is embedded in the archetype, and carries into the template.</a:t>
            </a:r>
          </a:p>
          <a:p>
            <a:r>
              <a:rPr lang="en-GB" dirty="0"/>
              <a:t>Templates then add additional context.</a:t>
            </a:r>
          </a:p>
          <a:p>
            <a:endParaRPr lang="en-GB" dirty="0"/>
          </a:p>
        </p:txBody>
      </p:sp>
      <p:sp>
        <p:nvSpPr>
          <p:cNvPr id="4" name="Slide Number Placeholder 3"/>
          <p:cNvSpPr>
            <a:spLocks noGrp="1"/>
          </p:cNvSpPr>
          <p:nvPr>
            <p:ph type="sldNum" sz="quarter" idx="5"/>
          </p:nvPr>
        </p:nvSpPr>
        <p:spPr/>
        <p:txBody>
          <a:bodyPr/>
          <a:lstStyle/>
          <a:p>
            <a:fld id="{6FC437E0-F067-4D7A-910C-B7332001C409}" type="slidenum">
              <a:rPr lang="en-GB" smtClean="0"/>
              <a:t>17</a:t>
            </a:fld>
            <a:endParaRPr lang="en-GB"/>
          </a:p>
        </p:txBody>
      </p:sp>
    </p:spTree>
    <p:extLst>
      <p:ext uri="{BB962C8B-B14F-4D97-AF65-F5344CB8AC3E}">
        <p14:creationId xmlns:p14="http://schemas.microsoft.com/office/powerpoint/2010/main" val="2986195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t>
            </a:r>
          </a:p>
          <a:p>
            <a:r>
              <a:rPr lang="en-GB" dirty="0"/>
              <a:t>Archetypes are the key building block – fully modelled clinical and care concepts with all their possible attributes, data types, occurrence and so on.</a:t>
            </a:r>
          </a:p>
          <a:p>
            <a:r>
              <a:rPr lang="en-GB" dirty="0"/>
              <a:t>Templates “do all the work”, by being use case data definitions. They will use one or more elements from one or more archetypes.</a:t>
            </a:r>
          </a:p>
          <a:p>
            <a:endParaRPr lang="en-GB" dirty="0"/>
          </a:p>
          <a:p>
            <a:r>
              <a:rPr lang="en-GB" dirty="0"/>
              <a:t>Today we will really  be focussing on templates, making use of existing archetypes, rather than creating new archetypes from scratch.</a:t>
            </a:r>
          </a:p>
          <a:p>
            <a:r>
              <a:rPr lang="en-GB" dirty="0"/>
              <a:t>Our template will make use of archetypes available on the International Clinical Knowledge Manager.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Archetypes are used to model the template, the template itself forming the data definition contained in a composition.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are going to focus on </a:t>
            </a:r>
            <a:r>
              <a:rPr lang="en-GB" dirty="0" err="1"/>
              <a:t>buitling</a:t>
            </a:r>
            <a:r>
              <a:rPr lang="en-GB" dirty="0"/>
              <a:t> a template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Arc</a:t>
            </a:r>
          </a:p>
        </p:txBody>
      </p:sp>
      <p:sp>
        <p:nvSpPr>
          <p:cNvPr id="4" name="Slide Number Placeholder 3"/>
          <p:cNvSpPr>
            <a:spLocks noGrp="1"/>
          </p:cNvSpPr>
          <p:nvPr>
            <p:ph type="sldNum" sz="quarter" idx="5"/>
          </p:nvPr>
        </p:nvSpPr>
        <p:spPr/>
        <p:txBody>
          <a:bodyPr/>
          <a:lstStyle/>
          <a:p>
            <a:fld id="{4FD7AF10-68D0-4535-BBD5-3316CC16142D}" type="slidenum">
              <a:rPr lang="en-GB" smtClean="0"/>
              <a:t>18</a:t>
            </a:fld>
            <a:endParaRPr lang="en-GB"/>
          </a:p>
        </p:txBody>
      </p:sp>
    </p:spTree>
    <p:extLst>
      <p:ext uri="{BB962C8B-B14F-4D97-AF65-F5344CB8AC3E}">
        <p14:creationId xmlns:p14="http://schemas.microsoft.com/office/powerpoint/2010/main" val="12122367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Building archetypes is really a different and quite specialised skill.</a:t>
            </a:r>
          </a:p>
          <a:p>
            <a:r>
              <a:rPr lang="en-GB" dirty="0"/>
              <a:t>You can do it in AD, here is the interface,</a:t>
            </a:r>
          </a:p>
          <a:p>
            <a:r>
              <a:rPr lang="en-GB" dirty="0"/>
              <a:t>But most of the time as clinical modellers you </a:t>
            </a:r>
            <a:r>
              <a:rPr lang="en-GB" dirty="0" err="1"/>
              <a:t>wil</a:t>
            </a:r>
            <a:r>
              <a:rPr lang="en-GB" dirty="0"/>
              <a:t> be using existing archetypes on CKM to create templates</a:t>
            </a:r>
          </a:p>
          <a:p>
            <a:r>
              <a:rPr lang="en-GB" dirty="0"/>
              <a:t>And we are limited in time today, so Templates it is!</a:t>
            </a:r>
          </a:p>
        </p:txBody>
      </p:sp>
      <p:sp>
        <p:nvSpPr>
          <p:cNvPr id="4" name="Slide Number Placeholder 3"/>
          <p:cNvSpPr>
            <a:spLocks noGrp="1"/>
          </p:cNvSpPr>
          <p:nvPr>
            <p:ph type="sldNum" sz="quarter" idx="5"/>
          </p:nvPr>
        </p:nvSpPr>
        <p:spPr/>
        <p:txBody>
          <a:bodyPr/>
          <a:lstStyle/>
          <a:p>
            <a:fld id="{6FC437E0-F067-4D7A-910C-B7332001C409}" type="slidenum">
              <a:rPr lang="en-GB" smtClean="0"/>
              <a:t>19</a:t>
            </a:fld>
            <a:endParaRPr lang="en-GB"/>
          </a:p>
        </p:txBody>
      </p:sp>
    </p:spTree>
    <p:extLst>
      <p:ext uri="{BB962C8B-B14F-4D97-AF65-F5344CB8AC3E}">
        <p14:creationId xmlns:p14="http://schemas.microsoft.com/office/powerpoint/2010/main" val="1083133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slide shows the openEHR components (building blocks) used to build templates.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Every template is modelled as the data definition for a </a:t>
            </a:r>
            <a:r>
              <a:rPr lang="en-GB" b="1" dirty="0"/>
              <a:t>Composition</a:t>
            </a:r>
            <a:r>
              <a:rPr lang="en-GB"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composition is the high-level record type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can divide that into </a:t>
            </a:r>
            <a:r>
              <a:rPr lang="en-GB" b="1" dirty="0"/>
              <a:t>sections</a:t>
            </a:r>
            <a:r>
              <a:rPr lang="en-GB" dirty="0"/>
              <a:t>, to make it easier to read.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data that will be added is modelled as ‘</a:t>
            </a:r>
            <a:r>
              <a:rPr lang="en-GB" b="1" dirty="0"/>
              <a:t>entry types</a:t>
            </a:r>
            <a:r>
              <a:rPr lang="en-GB" dirty="0"/>
              <a:t>’ of which there are 5 (Observation, Evaluation, Instruction, Action, Admin)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Where things are used a lot, they can be modelled as </a:t>
            </a:r>
            <a:r>
              <a:rPr lang="en-GB" b="1" dirty="0"/>
              <a:t>clusters</a:t>
            </a:r>
            <a:r>
              <a:rPr lang="en-GB" dirty="0"/>
              <a:t>,</a:t>
            </a:r>
            <a:r>
              <a:rPr lang="en-GB" b="0" dirty="0"/>
              <a:t> which are re-usable data patterns.</a:t>
            </a: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lastly there are the </a:t>
            </a:r>
            <a:r>
              <a:rPr lang="en-GB" b="1" dirty="0"/>
              <a:t>elements</a:t>
            </a:r>
            <a:r>
              <a:rPr lang="en-GB" dirty="0"/>
              <a:t> themselves.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hierarchy view in CKM navigation is sorted alphabetically, which is a little unhelpful, so I have sore of resorted it 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But All archetypes are classified as being of a specific type. This lets us know what type of concept the archetype represents, based on this flow of care we have 5 Entry Type archetypes: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Observation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Evaluation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Instruction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Admin Entry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20</a:t>
            </a:fld>
            <a:endParaRPr lang="en-GB"/>
          </a:p>
        </p:txBody>
      </p:sp>
    </p:spTree>
    <p:extLst>
      <p:ext uri="{BB962C8B-B14F-4D97-AF65-F5344CB8AC3E}">
        <p14:creationId xmlns:p14="http://schemas.microsoft.com/office/powerpoint/2010/main" val="20476005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‘Composition’ is a term that, somewhat irritatingly, is used in openEHR to refer to 2 things.</a:t>
            </a:r>
          </a:p>
          <a:p>
            <a:r>
              <a:rPr lang="en-GB" dirty="0"/>
              <a:t>First is the Class, or model, which forms the base container for our template or data definition.</a:t>
            </a:r>
          </a:p>
          <a:p>
            <a:r>
              <a:rPr lang="en-GB" dirty="0"/>
              <a:t>Secondly, the term is used to refer to an instance of a composition containing data that is stored in the patient’s EHR.</a:t>
            </a:r>
          </a:p>
        </p:txBody>
      </p:sp>
      <p:sp>
        <p:nvSpPr>
          <p:cNvPr id="4" name="Slide Number Placeholder 3"/>
          <p:cNvSpPr>
            <a:spLocks noGrp="1"/>
          </p:cNvSpPr>
          <p:nvPr>
            <p:ph type="sldNum" sz="quarter" idx="5"/>
          </p:nvPr>
        </p:nvSpPr>
        <p:spPr/>
        <p:txBody>
          <a:bodyPr/>
          <a:lstStyle/>
          <a:p>
            <a:fld id="{4FD7AF10-68D0-4535-BBD5-3316CC16142D}" type="slidenum">
              <a:rPr lang="en-GB" smtClean="0"/>
              <a:t>21</a:t>
            </a:fld>
            <a:endParaRPr lang="en-GB"/>
          </a:p>
        </p:txBody>
      </p:sp>
    </p:spTree>
    <p:extLst>
      <p:ext uri="{BB962C8B-B14F-4D97-AF65-F5344CB8AC3E}">
        <p14:creationId xmlns:p14="http://schemas.microsoft.com/office/powerpoint/2010/main" val="1963253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Class model. Sorry if you are not familiar. It is not too complex though.</a:t>
            </a:r>
          </a:p>
          <a:p>
            <a:r>
              <a:rPr lang="en-GB" dirty="0"/>
              <a:t>First we have the main class of ‘Composition’ it includes some attributes like Language, for example.</a:t>
            </a:r>
          </a:p>
          <a:p>
            <a:r>
              <a:rPr lang="en-GB" dirty="0"/>
              <a:t>Every Composition can have context attributes, like where and when it happened and who took part  - the ‘participations’ off to the right.</a:t>
            </a:r>
          </a:p>
          <a:p>
            <a:r>
              <a:rPr lang="en-GB" dirty="0"/>
              <a:t>Because the RM gives you all of that you do not need to model it every time you create a new template – you get all that for free just by working using the openEHR approach.</a:t>
            </a:r>
          </a:p>
          <a:p>
            <a:r>
              <a:rPr lang="en-GB" dirty="0"/>
              <a:t>Then every composition has Content.</a:t>
            </a:r>
          </a:p>
          <a:p>
            <a:r>
              <a:rPr lang="en-GB" dirty="0"/>
              <a:t>Content can be divvied up into sections for navigation/human readable purposes.</a:t>
            </a:r>
          </a:p>
          <a:p>
            <a:r>
              <a:rPr lang="en-GB" dirty="0"/>
              <a:t>And Content items are all types of ‘Entry’.</a:t>
            </a:r>
          </a:p>
          <a:p>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22</a:t>
            </a:fld>
            <a:endParaRPr lang="en-GB"/>
          </a:p>
        </p:txBody>
      </p:sp>
    </p:spTree>
    <p:extLst>
      <p:ext uri="{BB962C8B-B14F-4D97-AF65-F5344CB8AC3E}">
        <p14:creationId xmlns:p14="http://schemas.microsoft.com/office/powerpoint/2010/main" val="310437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another example. I am sure this form used to be yellow!</a:t>
            </a:r>
          </a:p>
          <a:p>
            <a:r>
              <a:rPr lang="en-GB" dirty="0"/>
              <a:t>The Composition class sort of maps to the paper record artefact of a colour-coded, headed piece of A4 paper that was used in GP A4 records for different information types.</a:t>
            </a:r>
          </a:p>
          <a:p>
            <a:r>
              <a:rPr lang="en-GB" dirty="0"/>
              <a:t>Here the grey sheet was used to record significant medical history. We had pink sheets for clinical encounter records, yellow for vaccinations and so on.</a:t>
            </a:r>
          </a:p>
          <a:p>
            <a:r>
              <a:rPr lang="en-GB" dirty="0"/>
              <a:t>In effect this is the Composition class – it is a way of keeping all records of a particular type together, like encounters, reports and, in this case, the Problem list.</a:t>
            </a:r>
          </a:p>
          <a:p>
            <a:r>
              <a:rPr lang="en-GB" dirty="0"/>
              <a:t>Here is the CKM problem list composition archetype.</a:t>
            </a:r>
          </a:p>
          <a:p>
            <a:r>
              <a:rPr lang="en-GB" dirty="0"/>
              <a:t>On the grey sheet the lines under the header with two columns are, in effect, the template – with only two elements, ‘Date’ and ‘Diagnosis or Problem’ (though that label is inferred from the use case here).</a:t>
            </a:r>
          </a:p>
          <a:p>
            <a:r>
              <a:rPr lang="en-GB" dirty="0"/>
              <a:t>The composition is a container for a record type, into which you add your template that defines the data elements you want to record.</a:t>
            </a:r>
          </a:p>
          <a:p>
            <a:endParaRPr lang="en-GB" dirty="0"/>
          </a:p>
          <a:p>
            <a:endParaRPr lang="en-GB" dirty="0"/>
          </a:p>
          <a:p>
            <a:r>
              <a:rPr lang="en-GB" dirty="0"/>
              <a:t>The Composition ID is equivalent to the header on this A4 form. It says, ‘this form is to be used to record immunisations (and screening) investigations.</a:t>
            </a:r>
          </a:p>
          <a:p>
            <a:endParaRPr lang="en-GB" dirty="0"/>
          </a:p>
          <a:p>
            <a:r>
              <a:rPr lang="en-GB" dirty="0"/>
              <a:t>The table on the main page has no values entered yet, it is analogous to the template that defines which data elements should be recorded here.</a:t>
            </a:r>
          </a:p>
          <a:p>
            <a:endParaRPr lang="en-GB" dirty="0"/>
          </a:p>
          <a:p>
            <a:r>
              <a:rPr lang="en-GB" dirty="0"/>
              <a:t>Fill it in with some data in black biro, then staple into the patient record and you have committed an instance of a composition to the paper record! Do the same with an application, a user interface and a “Create Composition” API call (</a:t>
            </a:r>
            <a:r>
              <a:rPr lang="en-GB" dirty="0">
                <a:hlinkClick r:id="rId3"/>
              </a:rPr>
              <a:t>EHR API | </a:t>
            </a:r>
            <a:r>
              <a:rPr lang="en-GB" dirty="0" err="1">
                <a:hlinkClick r:id="rId3"/>
              </a:rPr>
              <a:t>EHRbase</a:t>
            </a:r>
            <a:r>
              <a:rPr lang="en-GB" dirty="0">
                <a:hlinkClick r:id="rId3"/>
              </a:rPr>
              <a:t> Docs</a:t>
            </a:r>
            <a:r>
              <a:rPr lang="en-GB" dirty="0"/>
              <a:t>) to the CDR and you have done the same thing to an EHR.</a:t>
            </a:r>
          </a:p>
        </p:txBody>
      </p:sp>
      <p:sp>
        <p:nvSpPr>
          <p:cNvPr id="4" name="Slide Number Placeholder 3"/>
          <p:cNvSpPr>
            <a:spLocks noGrp="1"/>
          </p:cNvSpPr>
          <p:nvPr>
            <p:ph type="sldNum" sz="quarter" idx="5"/>
          </p:nvPr>
        </p:nvSpPr>
        <p:spPr/>
        <p:txBody>
          <a:bodyPr/>
          <a:lstStyle/>
          <a:p>
            <a:fld id="{4FD7AF10-68D0-4535-BBD5-3316CC16142D}" type="slidenum">
              <a:rPr lang="en-GB" smtClean="0"/>
              <a:t>23</a:t>
            </a:fld>
            <a:endParaRPr lang="en-GB"/>
          </a:p>
        </p:txBody>
      </p:sp>
    </p:spTree>
    <p:extLst>
      <p:ext uri="{BB962C8B-B14F-4D97-AF65-F5344CB8AC3E}">
        <p14:creationId xmlns:p14="http://schemas.microsoft.com/office/powerpoint/2010/main" val="33113661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example on our Problem List grey sheet, if you fill all that in, and then put it inside the A4 record you have effectively created an instance of that composition and committed it into the record.</a:t>
            </a:r>
          </a:p>
          <a:p>
            <a:r>
              <a:rPr lang="en-GB" dirty="0"/>
              <a:t>In openEHR, the equivalent is someone using an application to populate the data fields in your template then saving (committing) the record to the EHR as an instance of a composition.</a:t>
            </a:r>
          </a:p>
          <a:p>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24</a:t>
            </a:fld>
            <a:endParaRPr lang="en-GB"/>
          </a:p>
        </p:txBody>
      </p:sp>
    </p:spTree>
    <p:extLst>
      <p:ext uri="{BB962C8B-B14F-4D97-AF65-F5344CB8AC3E}">
        <p14:creationId xmlns:p14="http://schemas.microsoft.com/office/powerpoint/2010/main" val="2593763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that was quite heavy going. </a:t>
            </a:r>
          </a:p>
          <a:p>
            <a:r>
              <a:rPr lang="en-GB" dirty="0"/>
              <a:t>Some simpler bits and bobs now.</a:t>
            </a:r>
          </a:p>
          <a:p>
            <a:r>
              <a:rPr lang="en-GB" dirty="0"/>
              <a:t>For templating openEHR provides for ‘Sections’ which are simply navigational headers. For example, for ReSPECT they break down into these.</a:t>
            </a:r>
          </a:p>
          <a:p>
            <a:r>
              <a:rPr lang="en-GB" dirty="0"/>
              <a:t>Commonly, we use the ‘</a:t>
            </a:r>
            <a:r>
              <a:rPr lang="en-GB" dirty="0" err="1"/>
              <a:t>Adhoc</a:t>
            </a:r>
            <a:r>
              <a:rPr lang="en-GB" dirty="0"/>
              <a:t> heading’ section archetype and just change the label name in archetype designer to whatever we want.</a:t>
            </a:r>
          </a:p>
          <a:p>
            <a:r>
              <a:rPr lang="en-GB" dirty="0"/>
              <a:t>They can do more complex things than this, which is why they are archetyped, but we are not going there today!</a:t>
            </a:r>
          </a:p>
        </p:txBody>
      </p:sp>
      <p:sp>
        <p:nvSpPr>
          <p:cNvPr id="4" name="Slide Number Placeholder 3"/>
          <p:cNvSpPr>
            <a:spLocks noGrp="1"/>
          </p:cNvSpPr>
          <p:nvPr>
            <p:ph type="sldNum" sz="quarter" idx="5"/>
          </p:nvPr>
        </p:nvSpPr>
        <p:spPr/>
        <p:txBody>
          <a:bodyPr/>
          <a:lstStyle/>
          <a:p>
            <a:fld id="{4FD7AF10-68D0-4535-BBD5-3316CC16142D}" type="slidenum">
              <a:rPr lang="en-GB" smtClean="0"/>
              <a:t>25</a:t>
            </a:fld>
            <a:endParaRPr lang="en-GB"/>
          </a:p>
        </p:txBody>
      </p:sp>
    </p:spTree>
    <p:extLst>
      <p:ext uri="{BB962C8B-B14F-4D97-AF65-F5344CB8AC3E}">
        <p14:creationId xmlns:p14="http://schemas.microsoft.com/office/powerpoint/2010/main" val="11489749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are Entries – the main data content of the composition.</a:t>
            </a:r>
          </a:p>
          <a:p>
            <a:endParaRPr lang="en-GB" dirty="0"/>
          </a:p>
          <a:p>
            <a:r>
              <a:rPr lang="en-GB" dirty="0"/>
              <a:t>Entry types reflect this model of care in the diagram.</a:t>
            </a:r>
          </a:p>
          <a:p>
            <a:endParaRPr lang="en-GB" dirty="0"/>
          </a:p>
          <a:p>
            <a:r>
              <a:rPr lang="en-GB" dirty="0"/>
              <a:t>If you managed to read through some of the EHR RM Specification you may recognise these things.</a:t>
            </a:r>
          </a:p>
          <a:p>
            <a:r>
              <a:rPr lang="en-GB" dirty="0"/>
              <a:t>openEHR Archetypes are built around a model of recording care based on this process. You can see in this process ‘Observation’, ‘Action’, ‘Instruction’ and ‘Evaluation’ as well as ‘Admin Entry’.</a:t>
            </a:r>
          </a:p>
          <a:p>
            <a:r>
              <a:rPr lang="en-GB" dirty="0"/>
              <a:t>The types of records entries in openEHR are defined by this baseline clinical workflow. This is defined in the RM EHR spec.</a:t>
            </a:r>
          </a:p>
          <a:p>
            <a:r>
              <a:rPr lang="en-GB" dirty="0"/>
              <a:t>It represent a common cycle of care.</a:t>
            </a:r>
          </a:p>
          <a:p>
            <a:r>
              <a:rPr lang="en-GB" dirty="0"/>
              <a:t>A clinician assesses a patient and makes an evaluation, such as a differential diagnosis.</a:t>
            </a:r>
          </a:p>
          <a:p>
            <a:r>
              <a:rPr lang="en-GB" dirty="0"/>
              <a:t>They make a plan (instruction) such as order some bloods or other tests.</a:t>
            </a:r>
          </a:p>
          <a:p>
            <a:r>
              <a:rPr lang="en-GB" dirty="0"/>
              <a:t>These are done (Action)</a:t>
            </a:r>
          </a:p>
          <a:p>
            <a:r>
              <a:rPr lang="en-GB" dirty="0"/>
              <a:t>And result in some results (Observations)</a:t>
            </a:r>
          </a:p>
          <a:p>
            <a:r>
              <a:rPr lang="en-GB" dirty="0"/>
              <a:t>Which come back to the clinician to be assessed (evaluated)</a:t>
            </a:r>
          </a:p>
          <a:p>
            <a:r>
              <a:rPr lang="en-GB" dirty="0"/>
              <a:t>.</a:t>
            </a:r>
          </a:p>
          <a:p>
            <a:r>
              <a:rPr lang="en-GB" dirty="0"/>
              <a:t>These concepts make the core ‘entry types’ in openEHR. </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26</a:t>
            </a:fld>
            <a:endParaRPr lang="en-GB"/>
          </a:p>
        </p:txBody>
      </p:sp>
    </p:spTree>
    <p:extLst>
      <p:ext uri="{BB962C8B-B14F-4D97-AF65-F5344CB8AC3E}">
        <p14:creationId xmlns:p14="http://schemas.microsoft.com/office/powerpoint/2010/main" val="29142668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of more relevance to archetype authoring, but still important</a:t>
            </a:r>
          </a:p>
          <a:p>
            <a:endParaRPr lang="en-GB" dirty="0"/>
          </a:p>
          <a:p>
            <a:r>
              <a:rPr lang="en-GB" dirty="0"/>
              <a:t>Entry types are all for different things, and they all have slightly different core RM attributes to reflect these different high-level concepts.</a:t>
            </a:r>
          </a:p>
          <a:p>
            <a:endParaRPr lang="en-GB" dirty="0"/>
          </a:p>
          <a:p>
            <a:r>
              <a:rPr lang="en-GB" dirty="0"/>
              <a:t>Observations are things that are measured or stated, The Blood Pressure is 120/70. The patient states they have a family history of heart disease.</a:t>
            </a:r>
          </a:p>
          <a:p>
            <a:r>
              <a:rPr lang="en-GB" dirty="0"/>
              <a:t>Evaluations on the other hand are assessments and opinions. </a:t>
            </a:r>
          </a:p>
          <a:p>
            <a:r>
              <a:rPr lang="en-GB" dirty="0"/>
              <a:t>Instructions describe activities to be performed, like ordering a medication or tests.</a:t>
            </a:r>
          </a:p>
          <a:p>
            <a:r>
              <a:rPr lang="en-GB" dirty="0"/>
              <a:t>Actions follow the state of instruction activities through a standard ‘state machine’ from planned to completed and all the other states like cancelled or postponed.</a:t>
            </a:r>
          </a:p>
          <a:p>
            <a:r>
              <a:rPr lang="en-GB" dirty="0"/>
              <a:t>Admin entries contain no protocol (how it was done) or state (how the patient was) data and are just simple content archetypes for admin purposes.</a:t>
            </a:r>
          </a:p>
        </p:txBody>
      </p:sp>
      <p:sp>
        <p:nvSpPr>
          <p:cNvPr id="4" name="Slide Number Placeholder 3"/>
          <p:cNvSpPr>
            <a:spLocks noGrp="1"/>
          </p:cNvSpPr>
          <p:nvPr>
            <p:ph type="sldNum" sz="quarter" idx="5"/>
          </p:nvPr>
        </p:nvSpPr>
        <p:spPr/>
        <p:txBody>
          <a:bodyPr/>
          <a:lstStyle/>
          <a:p>
            <a:fld id="{4FD7AF10-68D0-4535-BBD5-3316CC16142D}" type="slidenum">
              <a:rPr lang="en-GB" smtClean="0"/>
              <a:t>27</a:t>
            </a:fld>
            <a:endParaRPr lang="en-GB"/>
          </a:p>
        </p:txBody>
      </p:sp>
    </p:spTree>
    <p:extLst>
      <p:ext uri="{BB962C8B-B14F-4D97-AF65-F5344CB8AC3E}">
        <p14:creationId xmlns:p14="http://schemas.microsoft.com/office/powerpoint/2010/main" val="1239723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Clusters are used inside Entries when you need a repeatable, re-usable pattern.</a:t>
            </a:r>
          </a:p>
          <a:p>
            <a:r>
              <a:rPr lang="en-GB" dirty="0"/>
              <a:t>For example, body site is something that is used again and again in procedures, or injuries, or conditions, or symptoms</a:t>
            </a:r>
          </a:p>
          <a:p>
            <a:r>
              <a:rPr lang="en-GB" dirty="0"/>
              <a:t>So rather than model that new every time, we create a cluster and we can slot this in as needed.</a:t>
            </a:r>
          </a:p>
          <a:p>
            <a:r>
              <a:rPr lang="en-GB" dirty="0"/>
              <a:t>They get added to ‘cluster slots’ in archetypes. Cluster slots are just containers for clusters, and can be constrained to expect specific clusters or left open to accept anything.</a:t>
            </a:r>
          </a:p>
        </p:txBody>
      </p:sp>
      <p:sp>
        <p:nvSpPr>
          <p:cNvPr id="4" name="Slide Number Placeholder 3"/>
          <p:cNvSpPr>
            <a:spLocks noGrp="1"/>
          </p:cNvSpPr>
          <p:nvPr>
            <p:ph type="sldNum" sz="quarter" idx="5"/>
          </p:nvPr>
        </p:nvSpPr>
        <p:spPr/>
        <p:txBody>
          <a:bodyPr/>
          <a:lstStyle/>
          <a:p>
            <a:fld id="{4FD7AF10-68D0-4535-BBD5-3316CC16142D}" type="slidenum">
              <a:rPr lang="en-GB" smtClean="0"/>
              <a:t>28</a:t>
            </a:fld>
            <a:endParaRPr lang="en-GB"/>
          </a:p>
        </p:txBody>
      </p:sp>
    </p:spTree>
    <p:extLst>
      <p:ext uri="{BB962C8B-B14F-4D97-AF65-F5344CB8AC3E}">
        <p14:creationId xmlns:p14="http://schemas.microsoft.com/office/powerpoint/2010/main" val="489803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for example is where the Medication Details cluster would be used to map to the Product Batch ID in Vaccine Management Tool.</a:t>
            </a:r>
          </a:p>
          <a:p>
            <a:endParaRPr lang="en-GB" dirty="0"/>
          </a:p>
        </p:txBody>
      </p:sp>
      <p:sp>
        <p:nvSpPr>
          <p:cNvPr id="4" name="Slide Number Placeholder 3"/>
          <p:cNvSpPr>
            <a:spLocks noGrp="1"/>
          </p:cNvSpPr>
          <p:nvPr>
            <p:ph type="sldNum" sz="quarter" idx="5"/>
          </p:nvPr>
        </p:nvSpPr>
        <p:spPr/>
        <p:txBody>
          <a:bodyPr/>
          <a:lstStyle/>
          <a:p>
            <a:fld id="{4FD7AF10-68D0-4535-BBD5-3316CC16142D}" type="slidenum">
              <a:rPr lang="en-GB" smtClean="0"/>
              <a:t>29</a:t>
            </a:fld>
            <a:endParaRPr lang="en-GB"/>
          </a:p>
        </p:txBody>
      </p:sp>
    </p:spTree>
    <p:extLst>
      <p:ext uri="{BB962C8B-B14F-4D97-AF65-F5344CB8AC3E}">
        <p14:creationId xmlns:p14="http://schemas.microsoft.com/office/powerpoint/2010/main" val="11823863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Lastly we have Elements, which are just the label/value pair where the value is added via an application or a user using an application.</a:t>
            </a:r>
          </a:p>
          <a:p>
            <a:r>
              <a:rPr lang="en-GB" dirty="0"/>
              <a:t>They are further defined by data types, and also by occurrence and maybe units of measure or allowed values.</a:t>
            </a:r>
          </a:p>
        </p:txBody>
      </p:sp>
      <p:sp>
        <p:nvSpPr>
          <p:cNvPr id="4" name="Slide Number Placeholder 3"/>
          <p:cNvSpPr>
            <a:spLocks noGrp="1"/>
          </p:cNvSpPr>
          <p:nvPr>
            <p:ph type="sldNum" sz="quarter" idx="5"/>
          </p:nvPr>
        </p:nvSpPr>
        <p:spPr/>
        <p:txBody>
          <a:bodyPr/>
          <a:lstStyle/>
          <a:p>
            <a:fld id="{4FD7AF10-68D0-4535-BBD5-3316CC16142D}" type="slidenum">
              <a:rPr lang="en-GB" smtClean="0"/>
              <a:t>30</a:t>
            </a:fld>
            <a:endParaRPr lang="en-GB"/>
          </a:p>
        </p:txBody>
      </p:sp>
    </p:spTree>
    <p:extLst>
      <p:ext uri="{BB962C8B-B14F-4D97-AF65-F5344CB8AC3E}">
        <p14:creationId xmlns:p14="http://schemas.microsoft.com/office/powerpoint/2010/main" val="1756318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C437E0-F067-4D7A-910C-B7332001C409}" type="slidenum">
              <a:rPr lang="en-GB" smtClean="0"/>
              <a:t>31</a:t>
            </a:fld>
            <a:endParaRPr lang="en-GB"/>
          </a:p>
        </p:txBody>
      </p:sp>
    </p:spTree>
    <p:extLst>
      <p:ext uri="{BB962C8B-B14F-4D97-AF65-F5344CB8AC3E}">
        <p14:creationId xmlns:p14="http://schemas.microsoft.com/office/powerpoint/2010/main" val="34752106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Composition class sort of maps to the paper record artefact of a colour-coded, headed piece of A4 paper that was used in GP A4 records for different information types.</a:t>
            </a:r>
          </a:p>
          <a:p>
            <a:r>
              <a:rPr lang="en-GB" dirty="0"/>
              <a:t>Here the grey sheet was used to record significant medical history. We had pink sheets for clinical encounter records, yellow for vaccinations and so on.</a:t>
            </a:r>
          </a:p>
          <a:p>
            <a:r>
              <a:rPr lang="en-GB" dirty="0"/>
              <a:t>In effect this is the Composition class – it is a way of keeping all records of a particular type together, like encounters, reports and, in this case, the Problem list.</a:t>
            </a:r>
          </a:p>
          <a:p>
            <a:r>
              <a:rPr lang="en-GB" dirty="0"/>
              <a:t>Here is the CKM problem list composition archetype.</a:t>
            </a:r>
          </a:p>
          <a:p>
            <a:r>
              <a:rPr lang="en-GB" dirty="0"/>
              <a:t>On the grey sheet the lines under the header with two columns are, in effect, the template – with only two elements, ‘Date’ and ‘Diagnosis or Problem’ (though that label is inferred from the use case here).</a:t>
            </a:r>
          </a:p>
          <a:p>
            <a:r>
              <a:rPr lang="en-GB" dirty="0"/>
              <a:t>The composition is a container for a record type, into which you add your template that defines the data elements you want to record.</a:t>
            </a:r>
          </a:p>
        </p:txBody>
      </p:sp>
      <p:sp>
        <p:nvSpPr>
          <p:cNvPr id="4" name="Slide Number Placeholder 3"/>
          <p:cNvSpPr>
            <a:spLocks noGrp="1"/>
          </p:cNvSpPr>
          <p:nvPr>
            <p:ph type="sldNum" sz="quarter" idx="5"/>
          </p:nvPr>
        </p:nvSpPr>
        <p:spPr/>
        <p:txBody>
          <a:bodyPr/>
          <a:lstStyle/>
          <a:p>
            <a:fld id="{4FD7AF10-68D0-4535-BBD5-3316CC16142D}" type="slidenum">
              <a:rPr lang="en-GB" smtClean="0"/>
              <a:t>33</a:t>
            </a:fld>
            <a:endParaRPr lang="en-GB"/>
          </a:p>
        </p:txBody>
      </p:sp>
    </p:spTree>
    <p:extLst>
      <p:ext uri="{BB962C8B-B14F-4D97-AF65-F5344CB8AC3E}">
        <p14:creationId xmlns:p14="http://schemas.microsoft.com/office/powerpoint/2010/main" val="19529696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GB"/>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GB"/>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GB"/>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D23709A9-F908-486B-BE13-F357D7736647}" type="datetimeFigureOut">
              <a:rPr lang="en-GB" smtClean="0"/>
              <a:t>20/09/2026</a:t>
            </a:fld>
            <a:endParaRPr lang="en-GB"/>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3396358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4166011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GB"/>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GB"/>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GB"/>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9453198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GB"/>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GB"/>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GB"/>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19431788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GB"/>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GB"/>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946098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GB"/>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2027611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GB"/>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D23709A9-F908-486B-BE13-F357D7736647}" type="datetimeFigureOut">
              <a:rPr lang="en-GB" smtClean="0"/>
              <a:t>20/09/2026</a:t>
            </a:fld>
            <a:endParaRPr lang="en-GB"/>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034603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4127477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7542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GB"/>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23709A9-F908-486B-BE13-F357D7736647}" type="datetimeFigureOut">
              <a:rPr lang="en-GB" smtClean="0"/>
              <a:t>20/09/2026</a:t>
            </a:fld>
            <a:endParaRPr lang="en-GB"/>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88526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GB"/>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23709A9-F908-486B-BE13-F357D7736647}" type="datetimeFigureOut">
              <a:rPr lang="en-GB" smtClean="0"/>
              <a:t>20/09/2026</a:t>
            </a:fld>
            <a:endParaRPr lang="en-GB"/>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1549624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GB"/>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23709A9-F908-486B-BE13-F357D7736647}" type="datetimeFigureOut">
              <a:rPr lang="en-GB" smtClean="0"/>
              <a:t>20/09/2026</a:t>
            </a:fld>
            <a:endParaRPr lang="en-GB"/>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E0B696AE-8B07-4A5F-B97C-C3E2A0EE74C3}" type="slidenum">
              <a:rPr lang="en-GB" smtClean="0"/>
              <a:t>‹#›</a:t>
            </a:fld>
            <a:endParaRPr lang="en-GB"/>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6564579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GB"/>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D23709A9-F908-486B-BE13-F357D7736647}" type="datetimeFigureOut">
              <a:rPr lang="en-GB" smtClean="0"/>
              <a:t>20/09/2026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E0B696AE-8B07-4A5F-B97C-C3E2A0EE74C3}" type="slidenum">
              <a:rPr lang="en-GB" smtClean="0"/>
              <a:t>‹#›</a:t>
            </a:fld>
            <a:endParaRPr lang="en-GB"/>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79484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GB"/>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D23709A9-F908-486B-BE13-F357D7736647}" type="datetimeFigureOut">
              <a:rPr lang="en-GB" smtClean="0"/>
              <a:t>20/09/2026</a:t>
            </a:fld>
            <a:endParaRPr lang="en-GB"/>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E0B696AE-8B07-4A5F-B97C-C3E2A0EE74C3}" type="slidenum">
              <a:rPr lang="en-GB" smtClean="0"/>
              <a:t>‹#›</a:t>
            </a:fld>
            <a:endParaRPr lang="en-GB"/>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854643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GB"/>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GB"/>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D23709A9-F908-486B-BE13-F357D7736647}" type="datetimeFigureOut">
              <a:rPr lang="en-GB" smtClean="0"/>
              <a:t>20/09/2026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2458206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GB"/>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GB"/>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4141958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GB"/>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23709A9-F908-486B-BE13-F357D7736647}" type="datetimeFigureOut">
              <a:rPr lang="en-GB" smtClean="0"/>
              <a:t>20/09/2026</a:t>
            </a:fld>
            <a:endParaRPr lang="en-GB"/>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1106826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GB"/>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GB"/>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622011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GB"/>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GB"/>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23709A9-F908-486B-BE13-F357D7736647}" type="datetimeFigureOut">
              <a:rPr lang="en-GB" smtClean="0"/>
              <a:t>20/09/2026</a:t>
            </a:fld>
            <a:endParaRPr lang="en-GB"/>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E0B696AE-8B07-4A5F-B97C-C3E2A0EE74C3}" type="slidenum">
              <a:rPr lang="en-GB" smtClean="0"/>
              <a:t>‹#›</a:t>
            </a:fld>
            <a:endParaRPr lang="en-GB"/>
          </a:p>
        </p:txBody>
      </p:sp>
    </p:spTree>
    <p:extLst>
      <p:ext uri="{BB962C8B-B14F-4D97-AF65-F5344CB8AC3E}">
        <p14:creationId xmlns:p14="http://schemas.microsoft.com/office/powerpoint/2010/main" val="2730820462"/>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GB"/>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GB"/>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2677524833"/>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GB"/>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107572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GB"/>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1179337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GB"/>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GB"/>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2881422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GB"/>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GB"/>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8548787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GB"/>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11316146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GB"/>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189025677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GB"/>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385093085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ection 2 background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0000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60E08-40C1-5855-6677-680DEC71F85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590DF694-3C08-B448-70EA-23830F4069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8B7C17F0-E690-DC85-A4A5-C12DB57E4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869037-099D-E83A-8309-329FDDE57B2E}"/>
              </a:ext>
            </a:extLst>
          </p:cNvPr>
          <p:cNvSpPr>
            <a:spLocks noGrp="1"/>
          </p:cNvSpPr>
          <p:nvPr>
            <p:ph type="dt" sz="half" idx="10"/>
          </p:nvPr>
        </p:nvSpPr>
        <p:spPr/>
        <p:txBody>
          <a:bodyPr/>
          <a:lstStyle/>
          <a:p>
            <a:fld id="{D23709A9-F908-486B-BE13-F357D7736647}" type="datetimeFigureOut">
              <a:rPr lang="en-GB" smtClean="0"/>
              <a:t>20/09/2026</a:t>
            </a:fld>
            <a:endParaRPr lang="en-GB"/>
          </a:p>
        </p:txBody>
      </p:sp>
      <p:sp>
        <p:nvSpPr>
          <p:cNvPr id="6" name="Footer Placeholder 5">
            <a:extLst>
              <a:ext uri="{FF2B5EF4-FFF2-40B4-BE49-F238E27FC236}">
                <a16:creationId xmlns:a16="http://schemas.microsoft.com/office/drawing/2014/main" id="{C7F90CF0-FB88-2C5A-8B59-FCF3C6893BC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6F1CC4-1212-51D6-50E2-038EBC8CF260}"/>
              </a:ext>
            </a:extLst>
          </p:cNvPr>
          <p:cNvSpPr>
            <a:spLocks noGrp="1"/>
          </p:cNvSpPr>
          <p:nvPr>
            <p:ph type="sldNum" sz="quarter" idx="12"/>
          </p:nvPr>
        </p:nvSpPr>
        <p:spPr/>
        <p:txBody>
          <a:bodyPr/>
          <a:lstStyle/>
          <a:p>
            <a:fld id="{E0B696AE-8B07-4A5F-B97C-C3E2A0EE74C3}" type="slidenum">
              <a:rPr lang="en-GB" smtClean="0"/>
              <a:t>‹#›</a:t>
            </a:fld>
            <a:endParaRPr lang="en-GB"/>
          </a:p>
        </p:txBody>
      </p:sp>
    </p:spTree>
    <p:extLst>
      <p:ext uri="{BB962C8B-B14F-4D97-AF65-F5344CB8AC3E}">
        <p14:creationId xmlns:p14="http://schemas.microsoft.com/office/powerpoint/2010/main" val="29225179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45541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Bullet + picture">
    <p:spTree>
      <p:nvGrpSpPr>
        <p:cNvPr id="1" name=""/>
        <p:cNvGrpSpPr/>
        <p:nvPr/>
      </p:nvGrpSpPr>
      <p:grpSpPr>
        <a:xfrm>
          <a:off x="0" y="0"/>
          <a:ext cx="0" cy="0"/>
          <a:chOff x="0" y="0"/>
          <a:chExt cx="0" cy="0"/>
        </a:xfrm>
      </p:grpSpPr>
      <p:sp>
        <p:nvSpPr>
          <p:cNvPr id="74" name="Title Text"/>
          <p:cNvSpPr txBox="1">
            <a:spLocks noGrp="1"/>
          </p:cNvSpPr>
          <p:nvPr>
            <p:ph type="title"/>
          </p:nvPr>
        </p:nvSpPr>
        <p:spPr>
          <a:xfrm>
            <a:off x="-8121" y="1"/>
            <a:ext cx="12192001" cy="1302514"/>
          </a:xfrm>
          <a:prstGeom prst="rect">
            <a:avLst/>
          </a:prstGeom>
        </p:spPr>
        <p:txBody>
          <a:bodyPr lIns="127000" tIns="127000" rIns="127000" bIns="127000"/>
          <a:lstStyle/>
          <a:p>
            <a:r>
              <a:t>Title Text</a:t>
            </a:r>
          </a:p>
        </p:txBody>
      </p:sp>
      <p:sp>
        <p:nvSpPr>
          <p:cNvPr id="75" name="Object"/>
          <p:cNvSpPr txBox="1">
            <a:spLocks noGrp="1"/>
          </p:cNvSpPr>
          <p:nvPr>
            <p:ph sz="half" idx="3"/>
          </p:nvPr>
        </p:nvSpPr>
        <p:spPr>
          <a:xfrm>
            <a:off x="6840802" y="1310884"/>
            <a:ext cx="5106459" cy="4763083"/>
          </a:xfrm>
          <a:prstGeom prst="rect">
            <a:avLst/>
          </a:prstGeom>
        </p:spPr>
        <p:txBody>
          <a:bodyPr/>
          <a:lstStyle/>
          <a:p>
            <a:pPr>
              <a:buBlip>
                <a:blip r:embed="rId2"/>
              </a:buBlip>
            </a:pPr>
            <a:endParaRPr/>
          </a:p>
        </p:txBody>
      </p:sp>
      <p:sp>
        <p:nvSpPr>
          <p:cNvPr id="76" name="Body Level One…"/>
          <p:cNvSpPr txBox="1">
            <a:spLocks noGrp="1"/>
          </p:cNvSpPr>
          <p:nvPr>
            <p:ph type="body" sz="half" idx="1"/>
          </p:nvPr>
        </p:nvSpPr>
        <p:spPr>
          <a:xfrm>
            <a:off x="154781" y="1302514"/>
            <a:ext cx="6465094" cy="4511144"/>
          </a:xfrm>
          <a:prstGeom prst="rect">
            <a:avLst/>
          </a:prstGeom>
        </p:spPr>
        <p:txBody>
          <a:bodyPr lIns="127000" tIns="127000" rIns="127000" bIns="127000"/>
          <a:lstStyle>
            <a:lvl1pPr>
              <a:spcBef>
                <a:spcPts val="844"/>
              </a:spcBef>
              <a:buBlip>
                <a:blip r:embed="rId2"/>
              </a:buBlip>
            </a:lvl1pPr>
            <a:lvl2pPr>
              <a:spcBef>
                <a:spcPts val="844"/>
              </a:spcBef>
              <a:buBlip>
                <a:blip r:embed="rId2"/>
              </a:buBlip>
              <a:defRPr sz="2250"/>
            </a:lvl2pPr>
            <a:lvl3pPr>
              <a:spcBef>
                <a:spcPts val="844"/>
              </a:spcBef>
              <a:buBlip>
                <a:blip r:embed="rId2"/>
              </a:buBlip>
              <a:defRPr sz="1969"/>
            </a:lvl3pPr>
            <a:lvl4pPr>
              <a:spcBef>
                <a:spcPts val="844"/>
              </a:spcBef>
              <a:buBlip>
                <a:blip r:embed="rId2"/>
              </a:buBlip>
              <a:defRPr sz="1687"/>
            </a:lvl4pPr>
            <a:lvl5pPr>
              <a:spcBef>
                <a:spcPts val="844"/>
              </a:spcBef>
              <a:buBlip>
                <a:blip r:embed="rId2"/>
              </a:buBlip>
              <a:defRPr sz="1406"/>
            </a:lvl5pPr>
          </a:lstStyle>
          <a:p>
            <a:r>
              <a:t>Body Level One</a:t>
            </a:r>
          </a:p>
          <a:p>
            <a:pPr lvl="1"/>
            <a:r>
              <a:t>Body Level Two</a:t>
            </a:r>
          </a:p>
          <a:p>
            <a:pPr lvl="2"/>
            <a:r>
              <a:t>Body Level Three</a:t>
            </a:r>
          </a:p>
          <a:p>
            <a:pPr lvl="3"/>
            <a:r>
              <a:t>Body Level Four</a:t>
            </a:r>
          </a:p>
          <a:p>
            <a:pPr lvl="4"/>
            <a:r>
              <a:t>Body Level Five</a:t>
            </a: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87635736"/>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ection 1 background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487514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GB"/>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D23709A9-F908-486B-BE13-F357D7736647}" type="datetimeFigureOut">
              <a:rPr lang="en-GB" smtClean="0"/>
              <a:t>20/09/2026</a:t>
            </a:fld>
            <a:endParaRPr lang="en-GB"/>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E0B696AE-8B07-4A5F-B97C-C3E2A0EE74C3}" type="slidenum">
              <a:rPr lang="en-GB" smtClean="0"/>
              <a:t>‹#›</a:t>
            </a:fld>
            <a:endParaRPr lang="en-GB"/>
          </a:p>
        </p:txBody>
      </p:sp>
    </p:spTree>
    <p:extLst>
      <p:ext uri="{BB962C8B-B14F-4D97-AF65-F5344CB8AC3E}">
        <p14:creationId xmlns:p14="http://schemas.microsoft.com/office/powerpoint/2010/main" val="221228500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 id="2147483704" r:id="rId24"/>
    <p:sldLayoutId id="2147483705" r:id="rId25"/>
    <p:sldLayoutId id="2147483706" r:id="rId26"/>
    <p:sldLayoutId id="2147483707" r:id="rId27"/>
    <p:sldLayoutId id="2147483708" r:id="rId28"/>
    <p:sldLayoutId id="2147483709" r:id="rId29"/>
    <p:sldLayoutId id="2147483710" r:id="rId30"/>
    <p:sldLayoutId id="2147483711" r:id="rId31"/>
    <p:sldLayoutId id="2147483712" r:id="rId32"/>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paulagmiller@gmail.com"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medium.com/@paulagmiller/where-can-i-download-openehr-exe-d697fc2e6e3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hyperlink" Target="https://wolandscat.net/openehr-technical-basics-for-hl7-and-fhir-users/" TargetMode="External"/><Relationship Id="rId2" Type="http://schemas.openxmlformats.org/officeDocument/2006/relationships/notesSlide" Target="../notesSlides/notesSlide5.xml"/><Relationship Id="rId1" Type="http://schemas.openxmlformats.org/officeDocument/2006/relationships/slideLayout" Target="../slideLayouts/slideLayout30.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hyperlink" Target="https://wolandscat.net/2016/04/10/openehr-technical-basics-for-hl7-and-fhir-user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5.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hyperlink" Target="https://specifications.openehr.org/releases/RM/Release-1.1.0/ehr.html" TargetMode="External"/><Relationship Id="rId7" Type="http://schemas.openxmlformats.org/officeDocument/2006/relationships/hyperlink" Target="https://specifications.openehr.org/releases/RM/Release-1.1.0/ehr.html#_entry_and_its_subtype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specifications.openehr.org/releases/RM/Release-1.1.0/ehr.html#_entry_package" TargetMode="External"/><Relationship Id="rId5" Type="http://schemas.openxmlformats.org/officeDocument/2006/relationships/hyperlink" Target="https://specifications.openehr.org/releases/RM/Release-1.1.0/ehr.html#_composition_package" TargetMode="External"/><Relationship Id="rId4" Type="http://schemas.openxmlformats.org/officeDocument/2006/relationships/hyperlink" Target="https://specifications.openehr.org/releases/RM/Release-1.1.0/ehr.html#_the_ehr_information_mode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5.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30.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30.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30.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30.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30.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30.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30.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C2DBF-37E1-2BDB-C962-8ADC29278EE0}"/>
              </a:ext>
            </a:extLst>
          </p:cNvPr>
          <p:cNvSpPr>
            <a:spLocks noGrp="1"/>
          </p:cNvSpPr>
          <p:nvPr>
            <p:ph type="ctrTitle"/>
          </p:nvPr>
        </p:nvSpPr>
        <p:spPr/>
        <p:txBody>
          <a:bodyPr/>
          <a:lstStyle/>
          <a:p>
            <a:r>
              <a:rPr lang="en-GB" dirty="0"/>
              <a:t>openEHR Modelling</a:t>
            </a:r>
          </a:p>
        </p:txBody>
      </p:sp>
      <p:sp>
        <p:nvSpPr>
          <p:cNvPr id="3" name="Subtitle 2">
            <a:extLst>
              <a:ext uri="{FF2B5EF4-FFF2-40B4-BE49-F238E27FC236}">
                <a16:creationId xmlns:a16="http://schemas.microsoft.com/office/drawing/2014/main" id="{3F977E40-3360-E6FD-88E8-40546CE3B670}"/>
              </a:ext>
            </a:extLst>
          </p:cNvPr>
          <p:cNvSpPr>
            <a:spLocks noGrp="1"/>
          </p:cNvSpPr>
          <p:nvPr>
            <p:ph type="subTitle" idx="1"/>
          </p:nvPr>
        </p:nvSpPr>
        <p:spPr/>
        <p:txBody>
          <a:bodyPr>
            <a:normAutofit fontScale="77500" lnSpcReduction="20000"/>
          </a:bodyPr>
          <a:lstStyle/>
          <a:p>
            <a:r>
              <a:rPr lang="en-GB" dirty="0"/>
              <a:t>Foundations</a:t>
            </a:r>
          </a:p>
          <a:p>
            <a:endParaRPr lang="en-GB" dirty="0"/>
          </a:p>
          <a:p>
            <a:r>
              <a:rPr lang="en-GB" dirty="0"/>
              <a:t>Dr Paul Miller </a:t>
            </a:r>
            <a:r>
              <a:rPr lang="en-GB" dirty="0">
                <a:hlinkClick r:id="rId3"/>
              </a:rPr>
              <a:t>paulagmiller@gmail.com</a:t>
            </a:r>
            <a:r>
              <a:rPr lang="en-GB" dirty="0"/>
              <a:t> </a:t>
            </a:r>
          </a:p>
        </p:txBody>
      </p:sp>
    </p:spTree>
    <p:extLst>
      <p:ext uri="{BB962C8B-B14F-4D97-AF65-F5344CB8AC3E}">
        <p14:creationId xmlns:p14="http://schemas.microsoft.com/office/powerpoint/2010/main" val="3121954252"/>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FE176-6A7C-E964-AB88-24FA319D8969}"/>
              </a:ext>
            </a:extLst>
          </p:cNvPr>
          <p:cNvSpPr>
            <a:spLocks noGrp="1"/>
          </p:cNvSpPr>
          <p:nvPr>
            <p:ph type="title"/>
          </p:nvPr>
        </p:nvSpPr>
        <p:spPr>
          <a:xfrm>
            <a:off x="561848" y="115506"/>
            <a:ext cx="10963655" cy="972373"/>
          </a:xfrm>
        </p:spPr>
        <p:txBody>
          <a:bodyPr/>
          <a:lstStyle/>
          <a:p>
            <a:r>
              <a:rPr lang="en-GB" dirty="0"/>
              <a:t>Intro to</a:t>
            </a:r>
            <a:r>
              <a:rPr lang="en-GB" baseline="0" dirty="0"/>
              <a:t> openEHR modelling</a:t>
            </a:r>
            <a:endParaRPr lang="en-GB" dirty="0"/>
          </a:p>
        </p:txBody>
      </p:sp>
      <p:sp>
        <p:nvSpPr>
          <p:cNvPr id="3" name="Content Placeholder 2">
            <a:extLst>
              <a:ext uri="{FF2B5EF4-FFF2-40B4-BE49-F238E27FC236}">
                <a16:creationId xmlns:a16="http://schemas.microsoft.com/office/drawing/2014/main" id="{33F29841-E2B0-5D83-67AE-1C174DF6EFC3}"/>
              </a:ext>
            </a:extLst>
          </p:cNvPr>
          <p:cNvSpPr>
            <a:spLocks noGrp="1"/>
          </p:cNvSpPr>
          <p:nvPr>
            <p:ph idx="1"/>
          </p:nvPr>
        </p:nvSpPr>
        <p:spPr>
          <a:xfrm>
            <a:off x="671286" y="1056930"/>
            <a:ext cx="4798671" cy="4744140"/>
          </a:xfrm>
        </p:spPr>
        <p:txBody>
          <a:bodyPr>
            <a:noAutofit/>
          </a:bodyPr>
          <a:lstStyle/>
          <a:p>
            <a:r>
              <a:rPr lang="en-GB" sz="2000" dirty="0"/>
              <a:t>What is openEHR?</a:t>
            </a:r>
          </a:p>
          <a:p>
            <a:pPr lvl="1"/>
            <a:r>
              <a:rPr lang="en-GB" sz="2000" dirty="0"/>
              <a:t>Specifications</a:t>
            </a:r>
          </a:p>
          <a:p>
            <a:pPr lvl="1"/>
            <a:r>
              <a:rPr lang="en-GB" sz="2000" dirty="0"/>
              <a:t>Parts of EHR Specs to read first!</a:t>
            </a:r>
          </a:p>
          <a:p>
            <a:r>
              <a:rPr lang="en-GB" sz="2000" dirty="0"/>
              <a:t>Multilevel modelling</a:t>
            </a:r>
          </a:p>
          <a:p>
            <a:pPr lvl="1"/>
            <a:r>
              <a:rPr lang="en-GB" sz="2000" dirty="0"/>
              <a:t>Reference Model</a:t>
            </a:r>
          </a:p>
          <a:p>
            <a:pPr lvl="2"/>
            <a:r>
              <a:rPr lang="en-GB" sz="2000" dirty="0"/>
              <a:t>The EHR</a:t>
            </a:r>
          </a:p>
          <a:p>
            <a:pPr lvl="1"/>
            <a:r>
              <a:rPr lang="en-GB" sz="2000" dirty="0"/>
              <a:t>Archetypes</a:t>
            </a:r>
          </a:p>
          <a:p>
            <a:pPr lvl="1"/>
            <a:r>
              <a:rPr lang="en-GB" sz="2000" dirty="0"/>
              <a:t>Templates</a:t>
            </a:r>
          </a:p>
          <a:p>
            <a:endParaRPr lang="en-GB" sz="2400" dirty="0"/>
          </a:p>
          <a:p>
            <a:endParaRPr lang="en-GB" sz="2400" dirty="0"/>
          </a:p>
        </p:txBody>
      </p:sp>
      <p:sp>
        <p:nvSpPr>
          <p:cNvPr id="6" name="Content Placeholder 2">
            <a:extLst>
              <a:ext uri="{FF2B5EF4-FFF2-40B4-BE49-F238E27FC236}">
                <a16:creationId xmlns:a16="http://schemas.microsoft.com/office/drawing/2014/main" id="{7B932C8C-DE1E-8117-147F-027D432E0AA6}"/>
              </a:ext>
            </a:extLst>
          </p:cNvPr>
          <p:cNvSpPr txBox="1">
            <a:spLocks/>
          </p:cNvSpPr>
          <p:nvPr/>
        </p:nvSpPr>
        <p:spPr>
          <a:xfrm>
            <a:off x="6469743" y="1056930"/>
            <a:ext cx="4798671" cy="4744140"/>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Reference Model Classes</a:t>
            </a:r>
          </a:p>
          <a:p>
            <a:pPr lvl="1"/>
            <a:r>
              <a:rPr lang="en-GB" sz="2000" dirty="0"/>
              <a:t>Composition</a:t>
            </a:r>
          </a:p>
          <a:p>
            <a:pPr lvl="1"/>
            <a:r>
              <a:rPr lang="en-GB" sz="2000" dirty="0"/>
              <a:t>Section</a:t>
            </a:r>
          </a:p>
          <a:p>
            <a:pPr lvl="1"/>
            <a:r>
              <a:rPr lang="en-GB" sz="2000" dirty="0"/>
              <a:t>Entries</a:t>
            </a:r>
          </a:p>
          <a:p>
            <a:pPr lvl="2"/>
            <a:r>
              <a:rPr lang="en-GB" sz="2000" dirty="0"/>
              <a:t>Observation</a:t>
            </a:r>
          </a:p>
          <a:p>
            <a:pPr lvl="2"/>
            <a:r>
              <a:rPr lang="en-GB" sz="2000" dirty="0"/>
              <a:t>Evaluation</a:t>
            </a:r>
          </a:p>
          <a:p>
            <a:pPr lvl="2"/>
            <a:r>
              <a:rPr lang="en-GB" sz="2000" dirty="0"/>
              <a:t>Instruction</a:t>
            </a:r>
          </a:p>
          <a:p>
            <a:pPr lvl="2"/>
            <a:r>
              <a:rPr lang="en-GB" sz="2000" dirty="0"/>
              <a:t>Action</a:t>
            </a:r>
          </a:p>
          <a:p>
            <a:pPr lvl="2"/>
            <a:r>
              <a:rPr lang="en-GB" sz="2000" dirty="0"/>
              <a:t>Admin Entry</a:t>
            </a:r>
          </a:p>
          <a:p>
            <a:pPr lvl="1"/>
            <a:r>
              <a:rPr lang="en-GB" sz="2000" dirty="0"/>
              <a:t>Cluster</a:t>
            </a:r>
          </a:p>
          <a:p>
            <a:pPr lvl="1"/>
            <a:r>
              <a:rPr lang="en-GB" sz="2000" dirty="0"/>
              <a:t>Element</a:t>
            </a:r>
          </a:p>
          <a:p>
            <a:endParaRPr lang="en-GB" sz="2400" dirty="0"/>
          </a:p>
          <a:p>
            <a:endParaRPr lang="en-GB" sz="2400" dirty="0"/>
          </a:p>
        </p:txBody>
      </p:sp>
    </p:spTree>
    <p:extLst>
      <p:ext uri="{BB962C8B-B14F-4D97-AF65-F5344CB8AC3E}">
        <p14:creationId xmlns:p14="http://schemas.microsoft.com/office/powerpoint/2010/main" val="1578077994"/>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3045A8-DF3E-4A59-BEDA-D402390E0C61}"/>
              </a:ext>
            </a:extLst>
          </p:cNvPr>
          <p:cNvPicPr>
            <a:picLocks noChangeAspect="1"/>
          </p:cNvPicPr>
          <p:nvPr/>
        </p:nvPicPr>
        <p:blipFill>
          <a:blip r:embed="rId3"/>
          <a:stretch>
            <a:fillRect/>
          </a:stretch>
        </p:blipFill>
        <p:spPr>
          <a:xfrm>
            <a:off x="1108960" y="460608"/>
            <a:ext cx="6339439" cy="1058779"/>
          </a:xfrm>
          <a:prstGeom prst="rect">
            <a:avLst/>
          </a:prstGeom>
        </p:spPr>
      </p:pic>
      <p:sp>
        <p:nvSpPr>
          <p:cNvPr id="5" name="Content Placeholder 3">
            <a:extLst>
              <a:ext uri="{FF2B5EF4-FFF2-40B4-BE49-F238E27FC236}">
                <a16:creationId xmlns:a16="http://schemas.microsoft.com/office/drawing/2014/main" id="{BEE4E924-1EF9-457A-81CA-B857442D7656}"/>
              </a:ext>
            </a:extLst>
          </p:cNvPr>
          <p:cNvSpPr txBox="1">
            <a:spLocks/>
          </p:cNvSpPr>
          <p:nvPr/>
        </p:nvSpPr>
        <p:spPr>
          <a:xfrm>
            <a:off x="651510" y="1797368"/>
            <a:ext cx="4824413" cy="3556000"/>
          </a:xfrm>
          <a:prstGeom prst="rect">
            <a:avLst/>
          </a:prstGeom>
          <a:solidFill>
            <a:schemeClr val="accent2">
              <a:lumMod val="60000"/>
              <a:lumOff val="4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openEHR is:</a:t>
            </a:r>
          </a:p>
          <a:p>
            <a:pPr lvl="1"/>
            <a:r>
              <a:rPr lang="en-GB"/>
              <a:t>A technology for e-health, consisting of:</a:t>
            </a:r>
          </a:p>
          <a:p>
            <a:pPr lvl="2"/>
            <a:r>
              <a:rPr lang="en-GB"/>
              <a:t>Open specifications</a:t>
            </a:r>
          </a:p>
          <a:p>
            <a:pPr lvl="2"/>
            <a:r>
              <a:rPr lang="en-GB"/>
              <a:t>Clinical models</a:t>
            </a:r>
          </a:p>
          <a:p>
            <a:pPr lvl="2"/>
            <a:r>
              <a:rPr lang="en-GB"/>
              <a:t>Software</a:t>
            </a:r>
          </a:p>
          <a:p>
            <a:pPr lvl="1"/>
            <a:r>
              <a:rPr lang="en-GB"/>
              <a:t>Which can be used to:</a:t>
            </a:r>
          </a:p>
          <a:p>
            <a:pPr lvl="2"/>
            <a:r>
              <a:rPr lang="en-GB"/>
              <a:t>Create standards</a:t>
            </a:r>
          </a:p>
          <a:p>
            <a:pPr lvl="2"/>
            <a:r>
              <a:rPr lang="en-GB"/>
              <a:t>Build information &amp;</a:t>
            </a:r>
          </a:p>
          <a:p>
            <a:pPr lvl="2"/>
            <a:r>
              <a:rPr lang="en-GB"/>
              <a:t>Interoperability solutions</a:t>
            </a:r>
            <a:endParaRPr lang="en-GB" dirty="0"/>
          </a:p>
        </p:txBody>
      </p:sp>
      <p:sp>
        <p:nvSpPr>
          <p:cNvPr id="6" name="Content Placeholder 3">
            <a:extLst>
              <a:ext uri="{FF2B5EF4-FFF2-40B4-BE49-F238E27FC236}">
                <a16:creationId xmlns:a16="http://schemas.microsoft.com/office/drawing/2014/main" id="{A59788C4-872B-4B04-8647-B8AF751F31FF}"/>
              </a:ext>
            </a:extLst>
          </p:cNvPr>
          <p:cNvSpPr txBox="1">
            <a:spLocks/>
          </p:cNvSpPr>
          <p:nvPr/>
        </p:nvSpPr>
        <p:spPr>
          <a:xfrm>
            <a:off x="6351119" y="1796949"/>
            <a:ext cx="4824663" cy="3557190"/>
          </a:xfrm>
          <a:prstGeom prst="rect">
            <a:avLst/>
          </a:prstGeom>
          <a:solidFill>
            <a:schemeClr val="accent3">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openEHR is </a:t>
            </a:r>
            <a:r>
              <a:rPr lang="en-GB" b="1" dirty="0"/>
              <a:t>NOT</a:t>
            </a:r>
            <a:r>
              <a:rPr lang="en-GB" dirty="0"/>
              <a:t>:</a:t>
            </a:r>
          </a:p>
          <a:p>
            <a:pPr lvl="1"/>
            <a:r>
              <a:rPr lang="en-GB" dirty="0"/>
              <a:t>A Software package</a:t>
            </a:r>
          </a:p>
          <a:p>
            <a:pPr lvl="1"/>
            <a:r>
              <a:rPr lang="en-GB" dirty="0"/>
              <a:t>An app</a:t>
            </a:r>
          </a:p>
          <a:p>
            <a:pPr lvl="1"/>
            <a:r>
              <a:rPr lang="en-GB" dirty="0"/>
              <a:t>A Database</a:t>
            </a:r>
          </a:p>
          <a:p>
            <a:pPr lvl="1"/>
            <a:r>
              <a:rPr lang="en-GB" dirty="0"/>
              <a:t>A Messaging technology</a:t>
            </a:r>
          </a:p>
          <a:p>
            <a:pPr lvl="1"/>
            <a:r>
              <a:rPr lang="en-GB" dirty="0"/>
              <a:t>A Terminology</a:t>
            </a:r>
          </a:p>
          <a:p>
            <a:pPr lvl="1"/>
            <a:r>
              <a:rPr lang="en-GB" dirty="0"/>
              <a:t>A Platform</a:t>
            </a:r>
          </a:p>
          <a:p>
            <a:pPr lvl="1"/>
            <a:r>
              <a:rPr lang="en-GB" dirty="0"/>
              <a:t>A User interface</a:t>
            </a:r>
          </a:p>
        </p:txBody>
      </p:sp>
      <p:sp>
        <p:nvSpPr>
          <p:cNvPr id="7" name="TextBox 6">
            <a:extLst>
              <a:ext uri="{FF2B5EF4-FFF2-40B4-BE49-F238E27FC236}">
                <a16:creationId xmlns:a16="http://schemas.microsoft.com/office/drawing/2014/main" id="{3361A33B-2579-E208-FDF0-DC49C7338636}"/>
              </a:ext>
            </a:extLst>
          </p:cNvPr>
          <p:cNvSpPr txBox="1"/>
          <p:nvPr/>
        </p:nvSpPr>
        <p:spPr>
          <a:xfrm>
            <a:off x="651510" y="6397392"/>
            <a:ext cx="10943774" cy="369332"/>
          </a:xfrm>
          <a:prstGeom prst="rect">
            <a:avLst/>
          </a:prstGeom>
          <a:noFill/>
        </p:spPr>
        <p:txBody>
          <a:bodyPr wrap="square">
            <a:spAutoFit/>
          </a:bodyPr>
          <a:lstStyle/>
          <a:p>
            <a:r>
              <a:rPr lang="en-GB" dirty="0">
                <a:hlinkClick r:id="rId4"/>
              </a:rPr>
              <a:t>https://medium.com/@paulagmiller/where-can-i-download-openehr-exe-d697fc2e6e3e</a:t>
            </a:r>
            <a:r>
              <a:rPr lang="en-GB" dirty="0"/>
              <a:t> </a:t>
            </a:r>
          </a:p>
        </p:txBody>
      </p:sp>
    </p:spTree>
    <p:extLst>
      <p:ext uri="{BB962C8B-B14F-4D97-AF65-F5344CB8AC3E}">
        <p14:creationId xmlns:p14="http://schemas.microsoft.com/office/powerpoint/2010/main" val="419470237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5C2A38-5147-96C6-CCDD-1A3A5D244978}"/>
              </a:ext>
            </a:extLst>
          </p:cNvPr>
          <p:cNvPicPr>
            <a:picLocks noChangeAspect="1"/>
          </p:cNvPicPr>
          <p:nvPr/>
        </p:nvPicPr>
        <p:blipFill>
          <a:blip r:embed="rId3"/>
          <a:stretch>
            <a:fillRect/>
          </a:stretch>
        </p:blipFill>
        <p:spPr>
          <a:xfrm>
            <a:off x="3428248" y="890839"/>
            <a:ext cx="4886325" cy="857250"/>
          </a:xfrm>
          <a:prstGeom prst="rect">
            <a:avLst/>
          </a:prstGeom>
        </p:spPr>
      </p:pic>
      <p:pic>
        <p:nvPicPr>
          <p:cNvPr id="4" name="Picture 3">
            <a:extLst>
              <a:ext uri="{FF2B5EF4-FFF2-40B4-BE49-F238E27FC236}">
                <a16:creationId xmlns:a16="http://schemas.microsoft.com/office/drawing/2014/main" id="{777C85A0-4C0C-32A2-7679-3CB4F78761FB}"/>
              </a:ext>
            </a:extLst>
          </p:cNvPr>
          <p:cNvPicPr>
            <a:picLocks noChangeAspect="1"/>
          </p:cNvPicPr>
          <p:nvPr/>
        </p:nvPicPr>
        <p:blipFill>
          <a:blip r:embed="rId4"/>
          <a:stretch>
            <a:fillRect/>
          </a:stretch>
        </p:blipFill>
        <p:spPr>
          <a:xfrm>
            <a:off x="4783883" y="2917585"/>
            <a:ext cx="2413633" cy="2047931"/>
          </a:xfrm>
          <a:prstGeom prst="rect">
            <a:avLst/>
          </a:prstGeom>
        </p:spPr>
      </p:pic>
      <p:pic>
        <p:nvPicPr>
          <p:cNvPr id="6" name="Picture 5">
            <a:extLst>
              <a:ext uri="{FF2B5EF4-FFF2-40B4-BE49-F238E27FC236}">
                <a16:creationId xmlns:a16="http://schemas.microsoft.com/office/drawing/2014/main" id="{01307C3B-101D-CAF1-FD15-D899E32343D9}"/>
              </a:ext>
            </a:extLst>
          </p:cNvPr>
          <p:cNvPicPr>
            <a:picLocks noChangeAspect="1"/>
          </p:cNvPicPr>
          <p:nvPr/>
        </p:nvPicPr>
        <p:blipFill>
          <a:blip r:embed="rId5"/>
          <a:stretch>
            <a:fillRect/>
          </a:stretch>
        </p:blipFill>
        <p:spPr>
          <a:xfrm>
            <a:off x="348059" y="2920798"/>
            <a:ext cx="3723681" cy="1748590"/>
          </a:xfrm>
          <a:prstGeom prst="rect">
            <a:avLst/>
          </a:prstGeom>
        </p:spPr>
      </p:pic>
      <p:pic>
        <p:nvPicPr>
          <p:cNvPr id="8" name="Picture 7">
            <a:extLst>
              <a:ext uri="{FF2B5EF4-FFF2-40B4-BE49-F238E27FC236}">
                <a16:creationId xmlns:a16="http://schemas.microsoft.com/office/drawing/2014/main" id="{F865E2A3-C244-32C0-EE2C-B4D47F7C29E1}"/>
              </a:ext>
            </a:extLst>
          </p:cNvPr>
          <p:cNvPicPr>
            <a:picLocks noChangeAspect="1"/>
          </p:cNvPicPr>
          <p:nvPr/>
        </p:nvPicPr>
        <p:blipFill>
          <a:blip r:embed="rId6"/>
          <a:stretch>
            <a:fillRect/>
          </a:stretch>
        </p:blipFill>
        <p:spPr>
          <a:xfrm>
            <a:off x="7909659" y="2917585"/>
            <a:ext cx="3979722" cy="1877894"/>
          </a:xfrm>
          <a:prstGeom prst="rect">
            <a:avLst/>
          </a:prstGeom>
        </p:spPr>
      </p:pic>
      <p:sp>
        <p:nvSpPr>
          <p:cNvPr id="9" name="TextBox 8">
            <a:extLst>
              <a:ext uri="{FF2B5EF4-FFF2-40B4-BE49-F238E27FC236}">
                <a16:creationId xmlns:a16="http://schemas.microsoft.com/office/drawing/2014/main" id="{E3E1EAE2-0F33-3DED-BE94-D0B75D65563D}"/>
              </a:ext>
            </a:extLst>
          </p:cNvPr>
          <p:cNvSpPr txBox="1"/>
          <p:nvPr/>
        </p:nvSpPr>
        <p:spPr>
          <a:xfrm>
            <a:off x="348059" y="5189621"/>
            <a:ext cx="1469441" cy="369332"/>
          </a:xfrm>
          <a:prstGeom prst="rect">
            <a:avLst/>
          </a:prstGeom>
          <a:noFill/>
        </p:spPr>
        <p:txBody>
          <a:bodyPr wrap="none" rtlCol="0">
            <a:spAutoFit/>
          </a:bodyPr>
          <a:lstStyle/>
          <a:p>
            <a:r>
              <a:rPr lang="en-GB" dirty="0"/>
              <a:t>Specifications</a:t>
            </a:r>
          </a:p>
        </p:txBody>
      </p:sp>
      <p:sp>
        <p:nvSpPr>
          <p:cNvPr id="10" name="TextBox 9">
            <a:extLst>
              <a:ext uri="{FF2B5EF4-FFF2-40B4-BE49-F238E27FC236}">
                <a16:creationId xmlns:a16="http://schemas.microsoft.com/office/drawing/2014/main" id="{A3D7A6A0-4443-18E3-C31E-B0B5BE88C990}"/>
              </a:ext>
            </a:extLst>
          </p:cNvPr>
          <p:cNvSpPr txBox="1"/>
          <p:nvPr/>
        </p:nvSpPr>
        <p:spPr>
          <a:xfrm>
            <a:off x="4783883" y="5189621"/>
            <a:ext cx="1469441" cy="369332"/>
          </a:xfrm>
          <a:prstGeom prst="rect">
            <a:avLst/>
          </a:prstGeom>
          <a:noFill/>
        </p:spPr>
        <p:txBody>
          <a:bodyPr wrap="square" rtlCol="0">
            <a:spAutoFit/>
          </a:bodyPr>
          <a:lstStyle/>
          <a:p>
            <a:r>
              <a:rPr lang="en-GB" dirty="0"/>
              <a:t>Community</a:t>
            </a:r>
          </a:p>
        </p:txBody>
      </p:sp>
      <p:sp>
        <p:nvSpPr>
          <p:cNvPr id="11" name="TextBox 10">
            <a:extLst>
              <a:ext uri="{FF2B5EF4-FFF2-40B4-BE49-F238E27FC236}">
                <a16:creationId xmlns:a16="http://schemas.microsoft.com/office/drawing/2014/main" id="{FEF2BCDD-8C51-C980-0DDF-163F0ED7FDC2}"/>
              </a:ext>
            </a:extLst>
          </p:cNvPr>
          <p:cNvSpPr txBox="1"/>
          <p:nvPr/>
        </p:nvSpPr>
        <p:spPr>
          <a:xfrm>
            <a:off x="7909659" y="5189621"/>
            <a:ext cx="883575" cy="369332"/>
          </a:xfrm>
          <a:prstGeom prst="rect">
            <a:avLst/>
          </a:prstGeom>
          <a:noFill/>
        </p:spPr>
        <p:txBody>
          <a:bodyPr wrap="none" rtlCol="0">
            <a:spAutoFit/>
          </a:bodyPr>
          <a:lstStyle/>
          <a:p>
            <a:r>
              <a:rPr lang="en-GB" dirty="0"/>
              <a:t>Models</a:t>
            </a:r>
          </a:p>
        </p:txBody>
      </p:sp>
    </p:spTree>
    <p:extLst>
      <p:ext uri="{BB962C8B-B14F-4D97-AF65-F5344CB8AC3E}">
        <p14:creationId xmlns:p14="http://schemas.microsoft.com/office/powerpoint/2010/main" val="1304444083"/>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0EFE14-C0FB-F162-4CC3-FE032E6696D9}"/>
              </a:ext>
            </a:extLst>
          </p:cNvPr>
          <p:cNvSpPr txBox="1"/>
          <p:nvPr/>
        </p:nvSpPr>
        <p:spPr>
          <a:xfrm>
            <a:off x="3647661" y="6077635"/>
            <a:ext cx="8629649" cy="369332"/>
          </a:xfrm>
          <a:prstGeom prst="rect">
            <a:avLst/>
          </a:prstGeom>
          <a:noFill/>
        </p:spPr>
        <p:txBody>
          <a:bodyPr wrap="square">
            <a:spAutoFit/>
          </a:bodyPr>
          <a:lstStyle/>
          <a:p>
            <a:r>
              <a:rPr lang="en-GB" dirty="0">
                <a:hlinkClick r:id="rId3"/>
              </a:rPr>
              <a:t>openEHR technical basics for HL7 and FHIR users - </a:t>
            </a:r>
            <a:r>
              <a:rPr lang="en-GB" dirty="0" err="1">
                <a:hlinkClick r:id="rId3"/>
              </a:rPr>
              <a:t>Woland's</a:t>
            </a:r>
            <a:r>
              <a:rPr lang="en-GB" dirty="0">
                <a:hlinkClick r:id="rId3"/>
              </a:rPr>
              <a:t> </a:t>
            </a:r>
            <a:r>
              <a:rPr lang="en-GB" dirty="0" err="1">
                <a:hlinkClick r:id="rId3"/>
              </a:rPr>
              <a:t>CatWoland's</a:t>
            </a:r>
            <a:r>
              <a:rPr lang="en-GB" dirty="0">
                <a:hlinkClick r:id="rId3"/>
              </a:rPr>
              <a:t> Cat</a:t>
            </a:r>
            <a:endParaRPr lang="en-GB" dirty="0"/>
          </a:p>
        </p:txBody>
      </p:sp>
      <p:pic>
        <p:nvPicPr>
          <p:cNvPr id="7" name="Picture 6">
            <a:extLst>
              <a:ext uri="{FF2B5EF4-FFF2-40B4-BE49-F238E27FC236}">
                <a16:creationId xmlns:a16="http://schemas.microsoft.com/office/drawing/2014/main" id="{C12F919A-D2AB-D848-BCE2-EB6A261F35A4}"/>
              </a:ext>
            </a:extLst>
          </p:cNvPr>
          <p:cNvPicPr>
            <a:picLocks noChangeAspect="1"/>
          </p:cNvPicPr>
          <p:nvPr/>
        </p:nvPicPr>
        <p:blipFill>
          <a:blip r:embed="rId4"/>
          <a:stretch>
            <a:fillRect/>
          </a:stretch>
        </p:blipFill>
        <p:spPr>
          <a:xfrm>
            <a:off x="548235" y="279093"/>
            <a:ext cx="7872418" cy="5202532"/>
          </a:xfrm>
          <a:prstGeom prst="rect">
            <a:avLst/>
          </a:prstGeom>
        </p:spPr>
      </p:pic>
    </p:spTree>
    <p:extLst>
      <p:ext uri="{BB962C8B-B14F-4D97-AF65-F5344CB8AC3E}">
        <p14:creationId xmlns:p14="http://schemas.microsoft.com/office/powerpoint/2010/main" val="4027277737"/>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penEHR_1_rm">
            <a:extLst>
              <a:ext uri="{FF2B5EF4-FFF2-40B4-BE49-F238E27FC236}">
                <a16:creationId xmlns:a16="http://schemas.microsoft.com/office/drawing/2014/main" id="{DA2ADAAA-830B-4934-AF99-32B325380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878" y="337353"/>
            <a:ext cx="11734122" cy="588539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B24A50B-D3A8-4631-9027-8BE5037F730C}"/>
              </a:ext>
            </a:extLst>
          </p:cNvPr>
          <p:cNvSpPr/>
          <p:nvPr/>
        </p:nvSpPr>
        <p:spPr>
          <a:xfrm>
            <a:off x="2965806" y="229071"/>
            <a:ext cx="8674814" cy="369332"/>
          </a:xfrm>
          <a:prstGeom prst="rect">
            <a:avLst/>
          </a:prstGeom>
        </p:spPr>
        <p:txBody>
          <a:bodyPr wrap="square">
            <a:spAutoFit/>
          </a:bodyPr>
          <a:lstStyle/>
          <a:p>
            <a:r>
              <a:rPr lang="en-GB" dirty="0">
                <a:hlinkClick r:id="rId4"/>
              </a:rPr>
              <a:t>https://wolandscat.net/2016/04/10/openehr-technical-basics-for-hl7-and-fhir-users/</a:t>
            </a:r>
            <a:endParaRPr lang="en-GB" dirty="0"/>
          </a:p>
        </p:txBody>
      </p:sp>
    </p:spTree>
    <p:extLst>
      <p:ext uri="{BB962C8B-B14F-4D97-AF65-F5344CB8AC3E}">
        <p14:creationId xmlns:p14="http://schemas.microsoft.com/office/powerpoint/2010/main" val="3852862750"/>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73DD82-36B9-41D6-84FD-4D114C6D3D33}"/>
              </a:ext>
            </a:extLst>
          </p:cNvPr>
          <p:cNvPicPr>
            <a:picLocks noChangeAspect="1"/>
          </p:cNvPicPr>
          <p:nvPr/>
        </p:nvPicPr>
        <p:blipFill>
          <a:blip r:embed="rId3"/>
          <a:stretch>
            <a:fillRect/>
          </a:stretch>
        </p:blipFill>
        <p:spPr>
          <a:xfrm>
            <a:off x="650532" y="475109"/>
            <a:ext cx="2343217" cy="1840073"/>
          </a:xfrm>
          <a:prstGeom prst="rect">
            <a:avLst/>
          </a:prstGeom>
        </p:spPr>
      </p:pic>
      <p:pic>
        <p:nvPicPr>
          <p:cNvPr id="3" name="Picture 2">
            <a:extLst>
              <a:ext uri="{FF2B5EF4-FFF2-40B4-BE49-F238E27FC236}">
                <a16:creationId xmlns:a16="http://schemas.microsoft.com/office/drawing/2014/main" id="{680DCC05-5DCD-4A3C-A9FA-44AFF8617A22}"/>
              </a:ext>
            </a:extLst>
          </p:cNvPr>
          <p:cNvPicPr>
            <a:picLocks noChangeAspect="1"/>
          </p:cNvPicPr>
          <p:nvPr/>
        </p:nvPicPr>
        <p:blipFill>
          <a:blip r:embed="rId4"/>
          <a:stretch>
            <a:fillRect/>
          </a:stretch>
        </p:blipFill>
        <p:spPr>
          <a:xfrm>
            <a:off x="3788278" y="1221514"/>
            <a:ext cx="7514286" cy="4609524"/>
          </a:xfrm>
          <a:prstGeom prst="rect">
            <a:avLst/>
          </a:prstGeom>
        </p:spPr>
      </p:pic>
    </p:spTree>
    <p:extLst>
      <p:ext uri="{BB962C8B-B14F-4D97-AF65-F5344CB8AC3E}">
        <p14:creationId xmlns:p14="http://schemas.microsoft.com/office/powerpoint/2010/main" val="3827098907"/>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73DD82-36B9-41D6-84FD-4D114C6D3D33}"/>
              </a:ext>
            </a:extLst>
          </p:cNvPr>
          <p:cNvPicPr>
            <a:picLocks noChangeAspect="1"/>
          </p:cNvPicPr>
          <p:nvPr/>
        </p:nvPicPr>
        <p:blipFill>
          <a:blip r:embed="rId3"/>
          <a:stretch>
            <a:fillRect/>
          </a:stretch>
        </p:blipFill>
        <p:spPr>
          <a:xfrm>
            <a:off x="643275" y="239211"/>
            <a:ext cx="2343217" cy="1840073"/>
          </a:xfrm>
          <a:prstGeom prst="rect">
            <a:avLst/>
          </a:prstGeom>
        </p:spPr>
      </p:pic>
      <p:pic>
        <p:nvPicPr>
          <p:cNvPr id="4" name="Picture 3">
            <a:extLst>
              <a:ext uri="{FF2B5EF4-FFF2-40B4-BE49-F238E27FC236}">
                <a16:creationId xmlns:a16="http://schemas.microsoft.com/office/drawing/2014/main" id="{476B4C26-F648-4F31-810F-EB8DCDF1D60F}"/>
              </a:ext>
            </a:extLst>
          </p:cNvPr>
          <p:cNvPicPr>
            <a:picLocks noChangeAspect="1"/>
          </p:cNvPicPr>
          <p:nvPr/>
        </p:nvPicPr>
        <p:blipFill>
          <a:blip r:embed="rId4"/>
          <a:stretch>
            <a:fillRect/>
          </a:stretch>
        </p:blipFill>
        <p:spPr>
          <a:xfrm>
            <a:off x="3171824" y="239211"/>
            <a:ext cx="8156113" cy="4058163"/>
          </a:xfrm>
          <a:prstGeom prst="rect">
            <a:avLst/>
          </a:prstGeom>
          <a:ln>
            <a:solidFill>
              <a:schemeClr val="tx1"/>
            </a:solidFill>
          </a:ln>
        </p:spPr>
      </p:pic>
      <p:pic>
        <p:nvPicPr>
          <p:cNvPr id="5" name="Picture 4">
            <a:extLst>
              <a:ext uri="{FF2B5EF4-FFF2-40B4-BE49-F238E27FC236}">
                <a16:creationId xmlns:a16="http://schemas.microsoft.com/office/drawing/2014/main" id="{E713B564-CA28-EAD0-2F6B-95C6DBE08EB6}"/>
              </a:ext>
            </a:extLst>
          </p:cNvPr>
          <p:cNvPicPr>
            <a:picLocks noChangeAspect="1"/>
          </p:cNvPicPr>
          <p:nvPr/>
        </p:nvPicPr>
        <p:blipFill>
          <a:blip r:embed="rId5"/>
          <a:stretch>
            <a:fillRect/>
          </a:stretch>
        </p:blipFill>
        <p:spPr>
          <a:xfrm>
            <a:off x="292263" y="4435272"/>
            <a:ext cx="11157531" cy="2183517"/>
          </a:xfrm>
          <a:prstGeom prst="rect">
            <a:avLst/>
          </a:prstGeom>
          <a:ln>
            <a:solidFill>
              <a:schemeClr val="tx2"/>
            </a:solidFill>
          </a:ln>
        </p:spPr>
      </p:pic>
    </p:spTree>
    <p:extLst>
      <p:ext uri="{BB962C8B-B14F-4D97-AF65-F5344CB8AC3E}">
        <p14:creationId xmlns:p14="http://schemas.microsoft.com/office/powerpoint/2010/main" val="179318711"/>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40BA44-85C5-9CC3-CEB6-65429872A78F}"/>
              </a:ext>
            </a:extLst>
          </p:cNvPr>
          <p:cNvPicPr>
            <a:picLocks noChangeAspect="1"/>
          </p:cNvPicPr>
          <p:nvPr/>
        </p:nvPicPr>
        <p:blipFill>
          <a:blip r:embed="rId3"/>
          <a:stretch>
            <a:fillRect/>
          </a:stretch>
        </p:blipFill>
        <p:spPr>
          <a:xfrm>
            <a:off x="650532" y="475109"/>
            <a:ext cx="2343217" cy="1840073"/>
          </a:xfrm>
          <a:prstGeom prst="rect">
            <a:avLst/>
          </a:prstGeom>
        </p:spPr>
      </p:pic>
      <p:sp>
        <p:nvSpPr>
          <p:cNvPr id="7" name="TextBox 6">
            <a:extLst>
              <a:ext uri="{FF2B5EF4-FFF2-40B4-BE49-F238E27FC236}">
                <a16:creationId xmlns:a16="http://schemas.microsoft.com/office/drawing/2014/main" id="{798111C3-AE4D-0A47-4A54-5EDFBD318B86}"/>
              </a:ext>
            </a:extLst>
          </p:cNvPr>
          <p:cNvSpPr txBox="1"/>
          <p:nvPr/>
        </p:nvSpPr>
        <p:spPr>
          <a:xfrm>
            <a:off x="3661702" y="912431"/>
            <a:ext cx="5515429" cy="4801314"/>
          </a:xfrm>
          <a:prstGeom prst="rect">
            <a:avLst/>
          </a:prstGeom>
          <a:noFill/>
        </p:spPr>
        <p:txBody>
          <a:bodyPr wrap="square" rtlCol="0">
            <a:spAutoFit/>
          </a:bodyPr>
          <a:lstStyle/>
          <a:p>
            <a:pPr marL="285750" indent="-285750">
              <a:buFont typeface="Arial" panose="020B0604020202020204" pitchFamily="34" charset="0"/>
              <a:buChar char="•"/>
            </a:pPr>
            <a:r>
              <a:rPr lang="en-GB" dirty="0"/>
              <a:t>Common things all records have</a:t>
            </a:r>
          </a:p>
          <a:p>
            <a:pPr marL="742950" lvl="1" indent="-285750">
              <a:buFont typeface="Arial" panose="020B0604020202020204" pitchFamily="34" charset="0"/>
              <a:buChar char="•"/>
            </a:pPr>
            <a:r>
              <a:rPr lang="en-GB" dirty="0"/>
              <a:t>Data types</a:t>
            </a:r>
          </a:p>
          <a:p>
            <a:pPr marL="1200150" lvl="2" indent="-285750">
              <a:buFont typeface="Arial" panose="020B0604020202020204" pitchFamily="34" charset="0"/>
              <a:buChar char="•"/>
            </a:pPr>
            <a:r>
              <a:rPr lang="en-GB" dirty="0"/>
              <a:t>Text</a:t>
            </a:r>
          </a:p>
          <a:p>
            <a:pPr marL="1200150" lvl="2" indent="-285750">
              <a:buFont typeface="Arial" panose="020B0604020202020204" pitchFamily="34" charset="0"/>
              <a:buChar char="•"/>
            </a:pPr>
            <a:r>
              <a:rPr lang="en-GB" dirty="0"/>
              <a:t>Codes</a:t>
            </a:r>
          </a:p>
          <a:p>
            <a:pPr marL="1200150" lvl="2" indent="-285750">
              <a:buFont typeface="Arial" panose="020B0604020202020204" pitchFamily="34" charset="0"/>
              <a:buChar char="•"/>
            </a:pPr>
            <a:r>
              <a:rPr lang="en-GB" dirty="0"/>
              <a:t>Count</a:t>
            </a:r>
          </a:p>
          <a:p>
            <a:pPr marL="1200150" lvl="2" indent="-285750">
              <a:buFont typeface="Arial" panose="020B0604020202020204" pitchFamily="34" charset="0"/>
              <a:buChar char="•"/>
            </a:pPr>
            <a:r>
              <a:rPr lang="en-GB" dirty="0"/>
              <a:t>Date/Time</a:t>
            </a:r>
          </a:p>
          <a:p>
            <a:pPr marL="1200150" lvl="2" indent="-285750">
              <a:buFont typeface="Arial" panose="020B0604020202020204" pitchFamily="34" charset="0"/>
              <a:buChar char="•"/>
            </a:pPr>
            <a:r>
              <a:rPr lang="en-GB" dirty="0"/>
              <a:t>Etc.</a:t>
            </a:r>
          </a:p>
          <a:p>
            <a:pPr marL="742950" lvl="1" indent="-285750">
              <a:buFont typeface="Arial" panose="020B0604020202020204" pitchFamily="34" charset="0"/>
              <a:buChar char="•"/>
            </a:pPr>
            <a:r>
              <a:rPr lang="en-GB" dirty="0"/>
              <a:t>A subject</a:t>
            </a:r>
          </a:p>
          <a:p>
            <a:pPr marL="1200150" lvl="2" indent="-285750">
              <a:buFont typeface="Arial" panose="020B0604020202020204" pitchFamily="34" charset="0"/>
              <a:buChar char="•"/>
            </a:pPr>
            <a:r>
              <a:rPr lang="en-GB" dirty="0"/>
              <a:t>Usually the patient</a:t>
            </a:r>
          </a:p>
          <a:p>
            <a:pPr marL="742950" lvl="1" indent="-285750">
              <a:buFont typeface="Arial" panose="020B0604020202020204" pitchFamily="34" charset="0"/>
              <a:buChar char="•"/>
            </a:pPr>
            <a:r>
              <a:rPr lang="en-GB" dirty="0"/>
              <a:t>A composer</a:t>
            </a:r>
          </a:p>
          <a:p>
            <a:pPr marL="1200150" lvl="2" indent="-285750">
              <a:buFont typeface="Arial" panose="020B0604020202020204" pitchFamily="34" charset="0"/>
              <a:buChar char="•"/>
            </a:pPr>
            <a:r>
              <a:rPr lang="en-GB" dirty="0"/>
              <a:t>The person that wrote the record</a:t>
            </a:r>
          </a:p>
          <a:p>
            <a:pPr marL="742950" lvl="1" indent="-285750">
              <a:buFont typeface="Arial" panose="020B0604020202020204" pitchFamily="34" charset="0"/>
              <a:buChar char="•"/>
            </a:pPr>
            <a:r>
              <a:rPr lang="en-GB" dirty="0"/>
              <a:t>Participants</a:t>
            </a:r>
          </a:p>
          <a:p>
            <a:pPr marL="1200150" lvl="2" indent="-285750">
              <a:buFont typeface="Arial" panose="020B0604020202020204" pitchFamily="34" charset="0"/>
              <a:buChar char="•"/>
            </a:pPr>
            <a:r>
              <a:rPr lang="en-GB" dirty="0"/>
              <a:t>People involved in the encounter</a:t>
            </a:r>
          </a:p>
          <a:p>
            <a:pPr marL="742950" lvl="1" indent="-285750">
              <a:buFont typeface="Arial" panose="020B0604020202020204" pitchFamily="34" charset="0"/>
              <a:buChar char="•"/>
            </a:pPr>
            <a:r>
              <a:rPr lang="en-GB" dirty="0"/>
              <a:t>Locations</a:t>
            </a:r>
          </a:p>
          <a:p>
            <a:pPr marL="1200150" lvl="2" indent="-285750">
              <a:buFont typeface="Arial" panose="020B0604020202020204" pitchFamily="34" charset="0"/>
              <a:buChar char="•"/>
            </a:pPr>
            <a:r>
              <a:rPr lang="en-GB" dirty="0"/>
              <a:t>Where the encounter took place</a:t>
            </a:r>
          </a:p>
          <a:p>
            <a:pPr marL="742950" lvl="1" indent="-285750">
              <a:buFont typeface="Arial" panose="020B0604020202020204" pitchFamily="34" charset="0"/>
              <a:buChar char="•"/>
            </a:pPr>
            <a:r>
              <a:rPr lang="en-GB" dirty="0"/>
              <a:t>Start and End Dates</a:t>
            </a:r>
          </a:p>
          <a:p>
            <a:pPr marL="1200150" lvl="2" indent="-285750">
              <a:buFont typeface="Arial" panose="020B0604020202020204" pitchFamily="34" charset="0"/>
              <a:buChar char="•"/>
            </a:pPr>
            <a:r>
              <a:rPr lang="en-GB" dirty="0"/>
              <a:t>For the encounter or </a:t>
            </a:r>
            <a:r>
              <a:rPr lang="en-GB" dirty="0" err="1"/>
              <a:t>careflow</a:t>
            </a:r>
            <a:r>
              <a:rPr lang="en-GB" dirty="0"/>
              <a:t> step</a:t>
            </a:r>
          </a:p>
        </p:txBody>
      </p:sp>
    </p:spTree>
    <p:extLst>
      <p:ext uri="{BB962C8B-B14F-4D97-AF65-F5344CB8AC3E}">
        <p14:creationId xmlns:p14="http://schemas.microsoft.com/office/powerpoint/2010/main" val="1421770226"/>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92DE-3C19-F8A2-3679-F2B83B811BFD}"/>
              </a:ext>
            </a:extLst>
          </p:cNvPr>
          <p:cNvSpPr>
            <a:spLocks noGrp="1"/>
          </p:cNvSpPr>
          <p:nvPr>
            <p:ph type="title"/>
          </p:nvPr>
        </p:nvSpPr>
        <p:spPr>
          <a:xfrm>
            <a:off x="421511" y="365125"/>
            <a:ext cx="10515600" cy="732601"/>
          </a:xfrm>
        </p:spPr>
        <p:txBody>
          <a:bodyPr>
            <a:normAutofit/>
          </a:bodyPr>
          <a:lstStyle/>
          <a:p>
            <a:r>
              <a:rPr lang="en-GB" dirty="0">
                <a:hlinkClick r:id="rId3"/>
              </a:rPr>
              <a:t>Reference Model: EHR</a:t>
            </a:r>
            <a:endParaRPr lang="en-GB" dirty="0"/>
          </a:p>
        </p:txBody>
      </p:sp>
      <p:sp>
        <p:nvSpPr>
          <p:cNvPr id="3" name="Content Placeholder 2">
            <a:extLst>
              <a:ext uri="{FF2B5EF4-FFF2-40B4-BE49-F238E27FC236}">
                <a16:creationId xmlns:a16="http://schemas.microsoft.com/office/drawing/2014/main" id="{EC7C0342-5D41-364E-A9C2-CFF487855A28}"/>
              </a:ext>
            </a:extLst>
          </p:cNvPr>
          <p:cNvSpPr>
            <a:spLocks noGrp="1"/>
          </p:cNvSpPr>
          <p:nvPr>
            <p:ph idx="1"/>
          </p:nvPr>
        </p:nvSpPr>
        <p:spPr>
          <a:xfrm>
            <a:off x="838200" y="1408936"/>
            <a:ext cx="10515600" cy="4351338"/>
          </a:xfrm>
        </p:spPr>
        <p:txBody>
          <a:bodyPr/>
          <a:lstStyle/>
          <a:p>
            <a:r>
              <a:rPr lang="en-GB" dirty="0">
                <a:hlinkClick r:id="rId4"/>
              </a:rPr>
              <a:t>3.0-4.2.4.3</a:t>
            </a:r>
            <a:r>
              <a:rPr lang="en-GB" dirty="0"/>
              <a:t> The EHR Information Model  &amp; EHR Package</a:t>
            </a:r>
          </a:p>
          <a:p>
            <a:pPr lvl="1"/>
            <a:r>
              <a:rPr lang="en-GB" dirty="0"/>
              <a:t>About 15 minutes</a:t>
            </a:r>
          </a:p>
          <a:p>
            <a:r>
              <a:rPr lang="en-GB" dirty="0">
                <a:hlinkClick r:id="rId5"/>
              </a:rPr>
              <a:t>5.0-5.3</a:t>
            </a:r>
            <a:r>
              <a:rPr lang="en-GB" dirty="0"/>
              <a:t> Composition Package</a:t>
            </a:r>
          </a:p>
          <a:p>
            <a:pPr lvl="1"/>
            <a:r>
              <a:rPr lang="en-GB" dirty="0"/>
              <a:t>About 10 minutes</a:t>
            </a:r>
          </a:p>
          <a:p>
            <a:r>
              <a:rPr lang="en-GB" dirty="0">
                <a:hlinkClick r:id="rId6"/>
              </a:rPr>
              <a:t>8.0-8.1.1</a:t>
            </a:r>
            <a:r>
              <a:rPr lang="en-GB" dirty="0"/>
              <a:t> Entry Package</a:t>
            </a:r>
          </a:p>
          <a:p>
            <a:pPr lvl="1"/>
            <a:r>
              <a:rPr lang="en-GB" dirty="0"/>
              <a:t>About 5 minutes</a:t>
            </a:r>
          </a:p>
          <a:p>
            <a:r>
              <a:rPr lang="en-GB" dirty="0">
                <a:hlinkClick r:id="rId7"/>
              </a:rPr>
              <a:t>8.2-8.2.5.8</a:t>
            </a:r>
            <a:r>
              <a:rPr lang="en-GB" dirty="0"/>
              <a:t> Entry and its Subtypes</a:t>
            </a:r>
          </a:p>
          <a:p>
            <a:pPr lvl="1"/>
            <a:r>
              <a:rPr lang="en-GB" dirty="0"/>
              <a:t>About 30 minutes</a:t>
            </a:r>
          </a:p>
        </p:txBody>
      </p:sp>
    </p:spTree>
    <p:extLst>
      <p:ext uri="{BB962C8B-B14F-4D97-AF65-F5344CB8AC3E}">
        <p14:creationId xmlns:p14="http://schemas.microsoft.com/office/powerpoint/2010/main" val="315463902"/>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CF56BD-28D7-270F-D9A4-C37E86333376}"/>
              </a:ext>
            </a:extLst>
          </p:cNvPr>
          <p:cNvPicPr>
            <a:picLocks noChangeAspect="1"/>
          </p:cNvPicPr>
          <p:nvPr/>
        </p:nvPicPr>
        <p:blipFill>
          <a:blip r:embed="rId3"/>
          <a:stretch>
            <a:fillRect/>
          </a:stretch>
        </p:blipFill>
        <p:spPr>
          <a:xfrm>
            <a:off x="3485329" y="1099712"/>
            <a:ext cx="2946881" cy="3893127"/>
          </a:xfrm>
          <a:prstGeom prst="rect">
            <a:avLst/>
          </a:prstGeom>
        </p:spPr>
      </p:pic>
      <p:pic>
        <p:nvPicPr>
          <p:cNvPr id="5" name="Picture 4">
            <a:extLst>
              <a:ext uri="{FF2B5EF4-FFF2-40B4-BE49-F238E27FC236}">
                <a16:creationId xmlns:a16="http://schemas.microsoft.com/office/drawing/2014/main" id="{DDB1875B-BC9F-C62D-CDA8-7CE944BD1C0A}"/>
              </a:ext>
            </a:extLst>
          </p:cNvPr>
          <p:cNvPicPr>
            <a:picLocks noChangeAspect="1"/>
          </p:cNvPicPr>
          <p:nvPr/>
        </p:nvPicPr>
        <p:blipFill>
          <a:blip r:embed="rId4"/>
          <a:stretch>
            <a:fillRect/>
          </a:stretch>
        </p:blipFill>
        <p:spPr>
          <a:xfrm>
            <a:off x="6758704" y="1373547"/>
            <a:ext cx="5029913" cy="3345455"/>
          </a:xfrm>
          <a:prstGeom prst="rect">
            <a:avLst/>
          </a:prstGeom>
        </p:spPr>
      </p:pic>
      <p:pic>
        <p:nvPicPr>
          <p:cNvPr id="9" name="Picture 8">
            <a:extLst>
              <a:ext uri="{FF2B5EF4-FFF2-40B4-BE49-F238E27FC236}">
                <a16:creationId xmlns:a16="http://schemas.microsoft.com/office/drawing/2014/main" id="{AF24EBE1-C4E0-F02D-1A0C-C97AE99E7CCC}"/>
              </a:ext>
            </a:extLst>
          </p:cNvPr>
          <p:cNvPicPr>
            <a:picLocks noChangeAspect="1"/>
          </p:cNvPicPr>
          <p:nvPr/>
        </p:nvPicPr>
        <p:blipFill>
          <a:blip r:embed="rId5"/>
          <a:stretch>
            <a:fillRect/>
          </a:stretch>
        </p:blipFill>
        <p:spPr>
          <a:xfrm>
            <a:off x="197957" y="1667749"/>
            <a:ext cx="2757055" cy="2757055"/>
          </a:xfrm>
          <a:prstGeom prst="rect">
            <a:avLst/>
          </a:prstGeom>
        </p:spPr>
      </p:pic>
    </p:spTree>
    <p:extLst>
      <p:ext uri="{BB962C8B-B14F-4D97-AF65-F5344CB8AC3E}">
        <p14:creationId xmlns:p14="http://schemas.microsoft.com/office/powerpoint/2010/main" val="428712413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9DE266-13DA-1261-8656-22A0343318DD}"/>
              </a:ext>
            </a:extLst>
          </p:cNvPr>
          <p:cNvPicPr>
            <a:picLocks noChangeAspect="1"/>
          </p:cNvPicPr>
          <p:nvPr/>
        </p:nvPicPr>
        <p:blipFill>
          <a:blip r:embed="rId3"/>
          <a:stretch>
            <a:fillRect/>
          </a:stretch>
        </p:blipFill>
        <p:spPr>
          <a:xfrm>
            <a:off x="889687" y="732326"/>
            <a:ext cx="10132541" cy="5016322"/>
          </a:xfrm>
          <a:prstGeom prst="rect">
            <a:avLst/>
          </a:prstGeom>
        </p:spPr>
      </p:pic>
    </p:spTree>
    <p:extLst>
      <p:ext uri="{BB962C8B-B14F-4D97-AF65-F5344CB8AC3E}">
        <p14:creationId xmlns:p14="http://schemas.microsoft.com/office/powerpoint/2010/main" val="1284849284"/>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B06C83B-5788-2A6B-FD07-FF950B1EE54F}"/>
              </a:ext>
            </a:extLst>
          </p:cNvPr>
          <p:cNvPicPr>
            <a:picLocks noChangeAspect="1"/>
          </p:cNvPicPr>
          <p:nvPr/>
        </p:nvPicPr>
        <p:blipFill>
          <a:blip r:embed="rId3"/>
          <a:stretch>
            <a:fillRect/>
          </a:stretch>
        </p:blipFill>
        <p:spPr>
          <a:xfrm>
            <a:off x="1408864" y="472857"/>
            <a:ext cx="8837473" cy="5912285"/>
          </a:xfrm>
          <a:prstGeom prst="rect">
            <a:avLst/>
          </a:prstGeom>
        </p:spPr>
      </p:pic>
    </p:spTree>
    <p:extLst>
      <p:ext uri="{BB962C8B-B14F-4D97-AF65-F5344CB8AC3E}">
        <p14:creationId xmlns:p14="http://schemas.microsoft.com/office/powerpoint/2010/main" val="350352821"/>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openEHR_2_archetypes">
            <a:extLst>
              <a:ext uri="{FF2B5EF4-FFF2-40B4-BE49-F238E27FC236}">
                <a16:creationId xmlns:a16="http://schemas.microsoft.com/office/drawing/2014/main" id="{8BBBA97F-72C2-4E39-9FC1-A3EA27C71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373" y="360504"/>
            <a:ext cx="11608977" cy="6040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7836175"/>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 name="Image" descr="Image"/>
          <p:cNvPicPr>
            <a:picLocks noChangeAspect="1"/>
          </p:cNvPicPr>
          <p:nvPr/>
        </p:nvPicPr>
        <p:blipFill>
          <a:blip r:embed="rId3"/>
          <a:stretch>
            <a:fillRect/>
          </a:stretch>
        </p:blipFill>
        <p:spPr>
          <a:xfrm>
            <a:off x="4124352" y="2064647"/>
            <a:ext cx="7686840" cy="3369126"/>
          </a:xfrm>
          <a:prstGeom prst="rect">
            <a:avLst/>
          </a:prstGeom>
          <a:ln w="12700">
            <a:miter lim="400000"/>
          </a:ln>
        </p:spPr>
      </p:pic>
      <p:sp>
        <p:nvSpPr>
          <p:cNvPr id="304" name="openEHR: Archetypes"/>
          <p:cNvSpPr txBox="1">
            <a:spLocks noGrp="1"/>
          </p:cNvSpPr>
          <p:nvPr>
            <p:ph type="title" idx="4294967295"/>
          </p:nvPr>
        </p:nvSpPr>
        <p:spPr>
          <a:xfrm>
            <a:off x="0" y="0"/>
            <a:ext cx="12192000" cy="1423988"/>
          </a:xfrm>
          <a:prstGeom prst="rect">
            <a:avLst/>
          </a:prstGeom>
        </p:spPr>
        <p:txBody>
          <a:bodyPr/>
          <a:lstStyle/>
          <a:p>
            <a:r>
              <a:rPr dirty="0"/>
              <a:t>openEHR: Archetypes</a:t>
            </a:r>
          </a:p>
        </p:txBody>
      </p:sp>
      <p:sp>
        <p:nvSpPr>
          <p:cNvPr id="305" name="open source computable models of discrete clinical concepts…"/>
          <p:cNvSpPr txBox="1">
            <a:spLocks noGrp="1"/>
          </p:cNvSpPr>
          <p:nvPr>
            <p:ph type="body" sz="half" idx="4294967295"/>
          </p:nvPr>
        </p:nvSpPr>
        <p:spPr>
          <a:xfrm>
            <a:off x="0" y="1301750"/>
            <a:ext cx="6465888" cy="4511675"/>
          </a:xfrm>
          <a:prstGeom prst="rect">
            <a:avLst/>
          </a:prstGeom>
        </p:spPr>
        <p:txBody>
          <a:bodyPr>
            <a:normAutofit fontScale="85000" lnSpcReduction="20000"/>
          </a:bodyPr>
          <a:lstStyle/>
          <a:p>
            <a:pPr marL="287526" indent="-287526" defTabSz="377890">
              <a:spcBef>
                <a:spcPts val="773"/>
              </a:spcBef>
              <a:defRPr sz="3312"/>
            </a:pPr>
            <a:r>
              <a:rPr lang="en-GB" dirty="0"/>
              <a:t>M</a:t>
            </a:r>
            <a:r>
              <a:rPr dirty="0" err="1"/>
              <a:t>odels</a:t>
            </a:r>
            <a:r>
              <a:rPr dirty="0"/>
              <a:t> of discrete </a:t>
            </a:r>
            <a:r>
              <a:rPr lang="en-GB" dirty="0"/>
              <a:t>clinical </a:t>
            </a:r>
            <a:r>
              <a:rPr dirty="0"/>
              <a:t>concepts</a:t>
            </a:r>
          </a:p>
          <a:p>
            <a:pPr marL="575051" lvl="1" indent="-287526" defTabSz="377890">
              <a:spcBef>
                <a:spcPts val="773"/>
              </a:spcBef>
              <a:defRPr sz="2944"/>
            </a:pPr>
            <a:r>
              <a:rPr i="1" dirty="0">
                <a:solidFill>
                  <a:schemeClr val="bg2">
                    <a:lumMod val="50000"/>
                  </a:schemeClr>
                </a:solidFill>
              </a:rPr>
              <a:t>Blood pressure</a:t>
            </a:r>
            <a:endParaRPr lang="en-GB" i="1" dirty="0">
              <a:solidFill>
                <a:schemeClr val="bg2">
                  <a:lumMod val="50000"/>
                </a:schemeClr>
              </a:solidFill>
            </a:endParaRPr>
          </a:p>
          <a:p>
            <a:pPr marL="575051" lvl="1" indent="-287526" defTabSz="377890">
              <a:spcBef>
                <a:spcPts val="773"/>
              </a:spcBef>
              <a:defRPr sz="2944"/>
            </a:pPr>
            <a:r>
              <a:rPr i="1" dirty="0">
                <a:solidFill>
                  <a:schemeClr val="bg2">
                    <a:lumMod val="50000"/>
                  </a:schemeClr>
                </a:solidFill>
              </a:rPr>
              <a:t>Body weight</a:t>
            </a:r>
          </a:p>
          <a:p>
            <a:pPr marL="575051" lvl="1" indent="-287526" defTabSz="377890">
              <a:spcBef>
                <a:spcPts val="773"/>
              </a:spcBef>
              <a:defRPr sz="2944"/>
            </a:pPr>
            <a:r>
              <a:rPr i="1" dirty="0">
                <a:solidFill>
                  <a:schemeClr val="bg2">
                    <a:lumMod val="50000"/>
                  </a:schemeClr>
                </a:solidFill>
              </a:rPr>
              <a:t>Medication</a:t>
            </a:r>
            <a:endParaRPr lang="en-GB" i="1" dirty="0">
              <a:solidFill>
                <a:schemeClr val="bg2">
                  <a:lumMod val="50000"/>
                </a:schemeClr>
              </a:solidFill>
            </a:endParaRPr>
          </a:p>
          <a:p>
            <a:pPr marL="575051" lvl="1" indent="-287526" defTabSz="377890">
              <a:spcBef>
                <a:spcPts val="773"/>
              </a:spcBef>
              <a:defRPr sz="2944"/>
            </a:pPr>
            <a:r>
              <a:rPr i="1" dirty="0">
                <a:solidFill>
                  <a:schemeClr val="bg2">
                    <a:lumMod val="50000"/>
                  </a:schemeClr>
                </a:solidFill>
              </a:rPr>
              <a:t>Family history</a:t>
            </a:r>
            <a:endParaRPr lang="en-GB" i="1" dirty="0">
              <a:solidFill>
                <a:schemeClr val="bg2">
                  <a:lumMod val="50000"/>
                </a:schemeClr>
              </a:solidFill>
            </a:endParaRPr>
          </a:p>
          <a:p>
            <a:pPr marL="575051" lvl="1" indent="-287526" defTabSz="377890">
              <a:spcBef>
                <a:spcPts val="773"/>
              </a:spcBef>
              <a:defRPr sz="2944"/>
            </a:pPr>
            <a:r>
              <a:rPr lang="en-GB" i="1" dirty="0">
                <a:solidFill>
                  <a:schemeClr val="bg2">
                    <a:lumMod val="50000"/>
                  </a:schemeClr>
                </a:solidFill>
              </a:rPr>
              <a:t>Housing status</a:t>
            </a:r>
            <a:endParaRPr i="1" dirty="0">
              <a:solidFill>
                <a:schemeClr val="bg2">
                  <a:lumMod val="50000"/>
                </a:schemeClr>
              </a:solidFill>
            </a:endParaRPr>
          </a:p>
          <a:p>
            <a:pPr marL="117851" indent="-287526" defTabSz="377890">
              <a:spcBef>
                <a:spcPts val="773"/>
              </a:spcBef>
              <a:defRPr sz="2944"/>
            </a:pPr>
            <a:r>
              <a:rPr dirty="0"/>
              <a:t>‘Maximal dataset’</a:t>
            </a:r>
          </a:p>
          <a:p>
            <a:pPr marL="575051" lvl="1" indent="-287526" defTabSz="377890">
              <a:spcBef>
                <a:spcPts val="773"/>
              </a:spcBef>
              <a:defRPr sz="2944"/>
            </a:pPr>
            <a:r>
              <a:rPr lang="en-GB" i="1" dirty="0">
                <a:solidFill>
                  <a:schemeClr val="bg2">
                    <a:lumMod val="50000"/>
                  </a:schemeClr>
                </a:solidFill>
              </a:rPr>
              <a:t>All the data points for every use case, from every perspective</a:t>
            </a: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penEHR_3_templates">
            <a:extLst>
              <a:ext uri="{FF2B5EF4-FFF2-40B4-BE49-F238E27FC236}">
                <a16:creationId xmlns:a16="http://schemas.microsoft.com/office/drawing/2014/main" id="{A6DE82B9-9AE5-4A13-AC5F-160815ABB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37" y="363984"/>
            <a:ext cx="11757030" cy="609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018949"/>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openEHR: Templates"/>
          <p:cNvSpPr txBox="1">
            <a:spLocks noGrp="1"/>
          </p:cNvSpPr>
          <p:nvPr>
            <p:ph type="title"/>
          </p:nvPr>
        </p:nvSpPr>
        <p:spPr>
          <a:prstGeom prst="rect">
            <a:avLst/>
          </a:prstGeom>
        </p:spPr>
        <p:txBody>
          <a:bodyPr/>
          <a:lstStyle/>
          <a:p>
            <a:r>
              <a:rPr dirty="0"/>
              <a:t>openEHR: Templates</a:t>
            </a:r>
          </a:p>
        </p:txBody>
      </p:sp>
      <p:sp>
        <p:nvSpPr>
          <p:cNvPr id="308" name="Templates deliver the datasets by aggregating archetypes together…"/>
          <p:cNvSpPr txBox="1">
            <a:spLocks noGrp="1"/>
          </p:cNvSpPr>
          <p:nvPr>
            <p:ph type="body" sz="half" idx="1"/>
          </p:nvPr>
        </p:nvSpPr>
        <p:spPr>
          <a:xfrm>
            <a:off x="154781" y="1302514"/>
            <a:ext cx="5592876" cy="4650376"/>
          </a:xfrm>
          <a:prstGeom prst="rect">
            <a:avLst/>
          </a:prstGeom>
        </p:spPr>
        <p:txBody>
          <a:bodyPr>
            <a:normAutofit fontScale="70000" lnSpcReduction="20000"/>
          </a:bodyPr>
          <a:lstStyle/>
          <a:p>
            <a:pPr marL="296902" indent="-296902" defTabSz="390213">
              <a:spcBef>
                <a:spcPts val="773"/>
              </a:spcBef>
              <a:defRPr sz="3420"/>
            </a:pPr>
            <a:r>
              <a:rPr lang="en-GB" dirty="0"/>
              <a:t>Use cases</a:t>
            </a:r>
          </a:p>
          <a:p>
            <a:pPr marL="296902" indent="-296902" defTabSz="390213">
              <a:spcBef>
                <a:spcPts val="773"/>
              </a:spcBef>
              <a:defRPr sz="3420"/>
            </a:pPr>
            <a:r>
              <a:rPr lang="en-GB" dirty="0"/>
              <a:t>Elements from one or more archetypes</a:t>
            </a:r>
          </a:p>
          <a:p>
            <a:pPr marL="754102" lvl="1" indent="-296902" defTabSz="390213">
              <a:spcBef>
                <a:spcPts val="773"/>
              </a:spcBef>
              <a:defRPr sz="3420"/>
            </a:pPr>
            <a:r>
              <a:rPr lang="en-GB" dirty="0"/>
              <a:t>Asthma review</a:t>
            </a:r>
          </a:p>
          <a:p>
            <a:pPr marL="754102" lvl="1" indent="-296902" defTabSz="390213">
              <a:spcBef>
                <a:spcPts val="773"/>
              </a:spcBef>
              <a:defRPr sz="3420"/>
            </a:pPr>
            <a:r>
              <a:rPr lang="en-GB" dirty="0"/>
              <a:t>GP encounter</a:t>
            </a:r>
          </a:p>
          <a:p>
            <a:pPr marL="754102" lvl="1" indent="-296902" defTabSz="390213">
              <a:spcBef>
                <a:spcPts val="773"/>
              </a:spcBef>
              <a:defRPr sz="3420"/>
            </a:pPr>
            <a:r>
              <a:rPr lang="en-GB" dirty="0"/>
              <a:t>NEWS2 Score</a:t>
            </a:r>
          </a:p>
          <a:p>
            <a:pPr marL="754102" lvl="1" indent="-296902" defTabSz="390213">
              <a:spcBef>
                <a:spcPts val="773"/>
              </a:spcBef>
              <a:defRPr sz="3420"/>
            </a:pPr>
            <a:r>
              <a:rPr lang="en-GB" dirty="0"/>
              <a:t>Frailty assessment</a:t>
            </a:r>
            <a:endParaRPr dirty="0"/>
          </a:p>
          <a:p>
            <a:pPr marL="296902" indent="-296902" defTabSz="390213">
              <a:spcBef>
                <a:spcPts val="773"/>
              </a:spcBef>
              <a:defRPr sz="3420"/>
            </a:pPr>
            <a:r>
              <a:rPr lang="en-GB" dirty="0"/>
              <a:t>Generate </a:t>
            </a:r>
            <a:r>
              <a:rPr dirty="0"/>
              <a:t>technical </a:t>
            </a:r>
            <a:r>
              <a:rPr lang="en-GB"/>
              <a:t>artefacts</a:t>
            </a:r>
            <a:endParaRPr lang="en-GB" dirty="0"/>
          </a:p>
          <a:p>
            <a:pPr marL="296902" indent="-296902" defTabSz="390213">
              <a:spcBef>
                <a:spcPts val="773"/>
              </a:spcBef>
              <a:defRPr sz="3420"/>
            </a:pPr>
            <a:r>
              <a:rPr lang="en-GB" dirty="0"/>
              <a:t>Data stored in the EHR as an instance of a composition</a:t>
            </a:r>
            <a:endParaRPr dirty="0"/>
          </a:p>
        </p:txBody>
      </p:sp>
      <p:pic>
        <p:nvPicPr>
          <p:cNvPr id="3" name="Picture 2">
            <a:extLst>
              <a:ext uri="{FF2B5EF4-FFF2-40B4-BE49-F238E27FC236}">
                <a16:creationId xmlns:a16="http://schemas.microsoft.com/office/drawing/2014/main" id="{2725E0A5-3868-78D1-49D1-53D0F740BAF1}"/>
              </a:ext>
            </a:extLst>
          </p:cNvPr>
          <p:cNvPicPr>
            <a:picLocks noChangeAspect="1"/>
          </p:cNvPicPr>
          <p:nvPr/>
        </p:nvPicPr>
        <p:blipFill>
          <a:blip r:embed="rId3"/>
          <a:stretch>
            <a:fillRect/>
          </a:stretch>
        </p:blipFill>
        <p:spPr>
          <a:xfrm>
            <a:off x="6096000" y="1557286"/>
            <a:ext cx="4929051" cy="4395604"/>
          </a:xfrm>
          <a:prstGeom prst="rect">
            <a:avLst/>
          </a:prstGeom>
          <a:effectLst>
            <a:outerShdw blurRad="50800" dist="38100" dir="2700000" algn="tl" rotWithShape="0">
              <a:prstClr val="black">
                <a:alpha val="40000"/>
              </a:prstClr>
            </a:outerShdw>
          </a:effectLst>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28CEDE-60B0-0410-5669-1AECDDE8AED9}"/>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Archetype Vs Template</a:t>
            </a:r>
          </a:p>
        </p:txBody>
      </p:sp>
      <p:sp>
        <p:nvSpPr>
          <p:cNvPr id="4" name="Text Placeholder 4">
            <a:extLst>
              <a:ext uri="{FF2B5EF4-FFF2-40B4-BE49-F238E27FC236}">
                <a16:creationId xmlns:a16="http://schemas.microsoft.com/office/drawing/2014/main" id="{27CE9A27-86FC-0E4B-3D62-2F6BD7152DD6}"/>
              </a:ext>
            </a:extLst>
          </p:cNvPr>
          <p:cNvSpPr txBox="1">
            <a:spLocks/>
          </p:cNvSpPr>
          <p:nvPr/>
        </p:nvSpPr>
        <p:spPr>
          <a:xfrm>
            <a:off x="839788" y="1681163"/>
            <a:ext cx="5157787"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Archetype</a:t>
            </a:r>
          </a:p>
        </p:txBody>
      </p:sp>
      <p:sp>
        <p:nvSpPr>
          <p:cNvPr id="5" name="Content Placeholder 5">
            <a:extLst>
              <a:ext uri="{FF2B5EF4-FFF2-40B4-BE49-F238E27FC236}">
                <a16:creationId xmlns:a16="http://schemas.microsoft.com/office/drawing/2014/main" id="{A38C4A99-F2B8-A81E-0509-BC4C350BA7BF}"/>
              </a:ext>
            </a:extLst>
          </p:cNvPr>
          <p:cNvSpPr txBox="1">
            <a:spLocks/>
          </p:cNvSpPr>
          <p:nvPr/>
        </p:nvSpPr>
        <p:spPr>
          <a:xfrm>
            <a:off x="839788" y="2378075"/>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Defines the data model for a concept</a:t>
            </a:r>
          </a:p>
          <a:p>
            <a:r>
              <a:rPr lang="en-GB" dirty="0"/>
              <a:t>Archetype building blocks:</a:t>
            </a:r>
          </a:p>
          <a:p>
            <a:pPr lvl="1"/>
            <a:r>
              <a:rPr lang="en-GB" dirty="0"/>
              <a:t>Compositions</a:t>
            </a:r>
          </a:p>
          <a:p>
            <a:pPr lvl="1"/>
            <a:r>
              <a:rPr lang="en-GB" dirty="0"/>
              <a:t>Sections</a:t>
            </a:r>
          </a:p>
          <a:p>
            <a:pPr lvl="1"/>
            <a:r>
              <a:rPr lang="en-GB" dirty="0"/>
              <a:t>Reference Model Entry types</a:t>
            </a:r>
          </a:p>
          <a:p>
            <a:pPr lvl="1"/>
            <a:r>
              <a:rPr lang="en-GB" dirty="0"/>
              <a:t>Clusters</a:t>
            </a:r>
          </a:p>
          <a:p>
            <a:pPr lvl="1"/>
            <a:r>
              <a:rPr lang="en-GB" dirty="0"/>
              <a:t>Elements</a:t>
            </a:r>
          </a:p>
          <a:p>
            <a:r>
              <a:rPr lang="en-GB" dirty="0"/>
              <a:t>Maximal data set</a:t>
            </a:r>
          </a:p>
        </p:txBody>
      </p:sp>
      <p:sp>
        <p:nvSpPr>
          <p:cNvPr id="6" name="Text Placeholder 6">
            <a:extLst>
              <a:ext uri="{FF2B5EF4-FFF2-40B4-BE49-F238E27FC236}">
                <a16:creationId xmlns:a16="http://schemas.microsoft.com/office/drawing/2014/main" id="{AB0ED81F-2170-A6C8-0554-18634F8B84DC}"/>
              </a:ext>
            </a:extLst>
          </p:cNvPr>
          <p:cNvSpPr txBox="1">
            <a:spLocks/>
          </p:cNvSpPr>
          <p:nvPr/>
        </p:nvSpPr>
        <p:spPr>
          <a:xfrm>
            <a:off x="6172200" y="1681163"/>
            <a:ext cx="5183188"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Template</a:t>
            </a:r>
          </a:p>
        </p:txBody>
      </p:sp>
      <p:sp>
        <p:nvSpPr>
          <p:cNvPr id="7" name="Content Placeholder 7">
            <a:extLst>
              <a:ext uri="{FF2B5EF4-FFF2-40B4-BE49-F238E27FC236}">
                <a16:creationId xmlns:a16="http://schemas.microsoft.com/office/drawing/2014/main" id="{DE8753C2-1D4C-467C-BC6B-E9FF8B5CEA81}"/>
              </a:ext>
            </a:extLst>
          </p:cNvPr>
          <p:cNvSpPr txBox="1">
            <a:spLocks/>
          </p:cNvSpPr>
          <p:nvPr/>
        </p:nvSpPr>
        <p:spPr>
          <a:xfrm>
            <a:off x="6172200" y="2416175"/>
            <a:ext cx="5183188"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Data model for a use case</a:t>
            </a:r>
          </a:p>
          <a:p>
            <a:r>
              <a:rPr lang="en-GB" dirty="0"/>
              <a:t>Elements from one or more archetypes</a:t>
            </a:r>
          </a:p>
        </p:txBody>
      </p:sp>
    </p:spTree>
    <p:extLst>
      <p:ext uri="{BB962C8B-B14F-4D97-AF65-F5344CB8AC3E}">
        <p14:creationId xmlns:p14="http://schemas.microsoft.com/office/powerpoint/2010/main" val="1411472814"/>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3AD48C-5DAC-00E6-620A-6D30546A2848}"/>
              </a:ext>
            </a:extLst>
          </p:cNvPr>
          <p:cNvPicPr>
            <a:picLocks noChangeAspect="1"/>
          </p:cNvPicPr>
          <p:nvPr/>
        </p:nvPicPr>
        <p:blipFill>
          <a:blip r:embed="rId3"/>
          <a:stretch>
            <a:fillRect/>
          </a:stretch>
        </p:blipFill>
        <p:spPr>
          <a:xfrm>
            <a:off x="449994" y="530240"/>
            <a:ext cx="2361786" cy="5482716"/>
          </a:xfrm>
          <a:prstGeom prst="rect">
            <a:avLst/>
          </a:prstGeom>
          <a:ln>
            <a:solidFill>
              <a:schemeClr val="tx1"/>
            </a:solidFill>
          </a:ln>
        </p:spPr>
      </p:pic>
      <p:pic>
        <p:nvPicPr>
          <p:cNvPr id="7" name="Picture 6">
            <a:extLst>
              <a:ext uri="{FF2B5EF4-FFF2-40B4-BE49-F238E27FC236}">
                <a16:creationId xmlns:a16="http://schemas.microsoft.com/office/drawing/2014/main" id="{0DA81569-C0FD-D448-4490-89C48291B03F}"/>
              </a:ext>
            </a:extLst>
          </p:cNvPr>
          <p:cNvPicPr>
            <a:picLocks noChangeAspect="1"/>
          </p:cNvPicPr>
          <p:nvPr/>
        </p:nvPicPr>
        <p:blipFill>
          <a:blip r:embed="rId4"/>
          <a:stretch>
            <a:fillRect/>
          </a:stretch>
        </p:blipFill>
        <p:spPr>
          <a:xfrm>
            <a:off x="3535765" y="530240"/>
            <a:ext cx="8206242" cy="5271828"/>
          </a:xfrm>
          <a:prstGeom prst="rect">
            <a:avLst/>
          </a:prstGeom>
          <a:ln>
            <a:solidFill>
              <a:schemeClr val="tx1"/>
            </a:solidFill>
          </a:ln>
        </p:spPr>
      </p:pic>
    </p:spTree>
    <p:extLst>
      <p:ext uri="{BB962C8B-B14F-4D97-AF65-F5344CB8AC3E}">
        <p14:creationId xmlns:p14="http://schemas.microsoft.com/office/powerpoint/2010/main" val="4027688191"/>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11ECD2-28A4-55C0-94B0-077B1E29D265}"/>
              </a:ext>
            </a:extLst>
          </p:cNvPr>
          <p:cNvPicPr>
            <a:picLocks noChangeAspect="1"/>
          </p:cNvPicPr>
          <p:nvPr/>
        </p:nvPicPr>
        <p:blipFill>
          <a:blip r:embed="rId3"/>
          <a:stretch>
            <a:fillRect/>
          </a:stretch>
        </p:blipFill>
        <p:spPr>
          <a:xfrm>
            <a:off x="291548" y="483521"/>
            <a:ext cx="11608904" cy="5775778"/>
          </a:xfrm>
          <a:prstGeom prst="rect">
            <a:avLst/>
          </a:prstGeom>
        </p:spPr>
      </p:pic>
    </p:spTree>
    <p:extLst>
      <p:ext uri="{BB962C8B-B14F-4D97-AF65-F5344CB8AC3E}">
        <p14:creationId xmlns:p14="http://schemas.microsoft.com/office/powerpoint/2010/main" val="1801572491"/>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7428E-3177-1182-3942-562246A56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B5DFD-E3D3-7488-4DF2-2609F3F71BB6}"/>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‘Composition’</a:t>
            </a:r>
          </a:p>
        </p:txBody>
      </p:sp>
      <p:sp>
        <p:nvSpPr>
          <p:cNvPr id="3" name="TextBox 2">
            <a:extLst>
              <a:ext uri="{FF2B5EF4-FFF2-40B4-BE49-F238E27FC236}">
                <a16:creationId xmlns:a16="http://schemas.microsoft.com/office/drawing/2014/main" id="{C6C14591-5FFF-1FF3-17C0-8EA4D3DB0B49}"/>
              </a:ext>
            </a:extLst>
          </p:cNvPr>
          <p:cNvSpPr txBox="1"/>
          <p:nvPr/>
        </p:nvSpPr>
        <p:spPr>
          <a:xfrm>
            <a:off x="1937084" y="1840832"/>
            <a:ext cx="3296652" cy="369332"/>
          </a:xfrm>
          <a:prstGeom prst="rect">
            <a:avLst/>
          </a:prstGeom>
          <a:noFill/>
        </p:spPr>
        <p:txBody>
          <a:bodyPr wrap="square" rtlCol="0">
            <a:spAutoFit/>
          </a:bodyPr>
          <a:lstStyle/>
          <a:p>
            <a:r>
              <a:rPr lang="en-GB" b="1" dirty="0"/>
              <a:t>Composition Class</a:t>
            </a:r>
          </a:p>
        </p:txBody>
      </p:sp>
      <p:sp>
        <p:nvSpPr>
          <p:cNvPr id="4" name="TextBox 3">
            <a:extLst>
              <a:ext uri="{FF2B5EF4-FFF2-40B4-BE49-F238E27FC236}">
                <a16:creationId xmlns:a16="http://schemas.microsoft.com/office/drawing/2014/main" id="{5E6E353E-52C5-3224-E557-9A3EBC6FFABC}"/>
              </a:ext>
            </a:extLst>
          </p:cNvPr>
          <p:cNvSpPr txBox="1"/>
          <p:nvPr/>
        </p:nvSpPr>
        <p:spPr>
          <a:xfrm>
            <a:off x="6105888" y="1840832"/>
            <a:ext cx="3296652" cy="369332"/>
          </a:xfrm>
          <a:prstGeom prst="rect">
            <a:avLst/>
          </a:prstGeom>
          <a:noFill/>
        </p:spPr>
        <p:txBody>
          <a:bodyPr wrap="square" rtlCol="0">
            <a:spAutoFit/>
          </a:bodyPr>
          <a:lstStyle/>
          <a:p>
            <a:r>
              <a:rPr lang="en-GB" b="1" dirty="0"/>
              <a:t>Composition Instance</a:t>
            </a:r>
          </a:p>
        </p:txBody>
      </p:sp>
      <p:sp>
        <p:nvSpPr>
          <p:cNvPr id="7" name="TextBox 6">
            <a:extLst>
              <a:ext uri="{FF2B5EF4-FFF2-40B4-BE49-F238E27FC236}">
                <a16:creationId xmlns:a16="http://schemas.microsoft.com/office/drawing/2014/main" id="{44E3B366-9CD8-073A-3D9F-C63B8E026DD7}"/>
              </a:ext>
            </a:extLst>
          </p:cNvPr>
          <p:cNvSpPr txBox="1"/>
          <p:nvPr/>
        </p:nvSpPr>
        <p:spPr>
          <a:xfrm>
            <a:off x="1496064" y="2317914"/>
            <a:ext cx="3448915" cy="646331"/>
          </a:xfrm>
          <a:prstGeom prst="rect">
            <a:avLst/>
          </a:prstGeom>
          <a:noFill/>
        </p:spPr>
        <p:txBody>
          <a:bodyPr wrap="square">
            <a:spAutoFit/>
          </a:bodyPr>
          <a:lstStyle/>
          <a:p>
            <a:pPr lvl="1"/>
            <a:r>
              <a:rPr lang="en-GB" dirty="0"/>
              <a:t>The container for the record of that type</a:t>
            </a:r>
          </a:p>
        </p:txBody>
      </p:sp>
      <p:sp>
        <p:nvSpPr>
          <p:cNvPr id="9" name="TextBox 8">
            <a:extLst>
              <a:ext uri="{FF2B5EF4-FFF2-40B4-BE49-F238E27FC236}">
                <a16:creationId xmlns:a16="http://schemas.microsoft.com/office/drawing/2014/main" id="{D117988D-83D2-4593-7840-02C3E9FC3BF6}"/>
              </a:ext>
            </a:extLst>
          </p:cNvPr>
          <p:cNvSpPr txBox="1"/>
          <p:nvPr/>
        </p:nvSpPr>
        <p:spPr>
          <a:xfrm>
            <a:off x="5636794" y="2265027"/>
            <a:ext cx="4337384" cy="923330"/>
          </a:xfrm>
          <a:prstGeom prst="rect">
            <a:avLst/>
          </a:prstGeom>
          <a:noFill/>
        </p:spPr>
        <p:txBody>
          <a:bodyPr wrap="square">
            <a:spAutoFit/>
          </a:bodyPr>
          <a:lstStyle/>
          <a:p>
            <a:pPr lvl="1"/>
            <a:r>
              <a:rPr lang="en-GB" dirty="0"/>
              <a:t>The record that we commit to the patient’s EHR – like a filled-in form being filed into the notes</a:t>
            </a:r>
          </a:p>
        </p:txBody>
      </p:sp>
    </p:spTree>
    <p:extLst>
      <p:ext uri="{BB962C8B-B14F-4D97-AF65-F5344CB8AC3E}">
        <p14:creationId xmlns:p14="http://schemas.microsoft.com/office/powerpoint/2010/main" val="3606693351"/>
      </p:ext>
    </p:extLst>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2FCCA-4591-D7F5-FC9D-FD78DB64BF4E}"/>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‘COMPOSITION’ Class</a:t>
            </a:r>
          </a:p>
        </p:txBody>
      </p:sp>
      <p:sp>
        <p:nvSpPr>
          <p:cNvPr id="3" name="TextBox 2">
            <a:extLst>
              <a:ext uri="{FF2B5EF4-FFF2-40B4-BE49-F238E27FC236}">
                <a16:creationId xmlns:a16="http://schemas.microsoft.com/office/drawing/2014/main" id="{BA1F684A-2DC1-B680-076C-1D9EBBD13AC5}"/>
              </a:ext>
            </a:extLst>
          </p:cNvPr>
          <p:cNvSpPr txBox="1"/>
          <p:nvPr/>
        </p:nvSpPr>
        <p:spPr>
          <a:xfrm>
            <a:off x="333375" y="1324304"/>
            <a:ext cx="4838700" cy="3816429"/>
          </a:xfrm>
          <a:prstGeom prst="rect">
            <a:avLst/>
          </a:prstGeom>
          <a:noFill/>
        </p:spPr>
        <p:txBody>
          <a:bodyPr wrap="square" rtlCol="0">
            <a:spAutoFit/>
          </a:bodyPr>
          <a:lstStyle/>
          <a:p>
            <a:pPr marL="285750" indent="-285750">
              <a:buFont typeface="Arial" panose="020B0604020202020204" pitchFamily="34" charset="0"/>
              <a:buChar char="•"/>
            </a:pPr>
            <a:r>
              <a:rPr lang="en-GB" sz="2800" dirty="0"/>
              <a:t>‘Context’</a:t>
            </a:r>
          </a:p>
          <a:p>
            <a:pPr marL="742950" lvl="1" indent="-285750">
              <a:buFont typeface="Arial" panose="020B0604020202020204" pitchFamily="34" charset="0"/>
              <a:buChar char="•"/>
            </a:pPr>
            <a:r>
              <a:rPr lang="en-GB" sz="2800" dirty="0"/>
              <a:t>Composer</a:t>
            </a:r>
          </a:p>
          <a:p>
            <a:pPr marL="742950" lvl="1" indent="-285750">
              <a:buFont typeface="Arial" panose="020B0604020202020204" pitchFamily="34" charset="0"/>
              <a:buChar char="•"/>
            </a:pPr>
            <a:r>
              <a:rPr lang="en-GB" sz="2800" dirty="0"/>
              <a:t>Location</a:t>
            </a:r>
          </a:p>
          <a:p>
            <a:pPr marL="742950" lvl="1" indent="-285750">
              <a:buFont typeface="Arial" panose="020B0604020202020204" pitchFamily="34" charset="0"/>
              <a:buChar char="•"/>
            </a:pPr>
            <a:r>
              <a:rPr lang="en-GB" sz="2800" dirty="0"/>
              <a:t>Participants</a:t>
            </a:r>
          </a:p>
          <a:p>
            <a:pPr marL="742950" lvl="1" indent="-285750">
              <a:buFont typeface="Arial" panose="020B0604020202020204" pitchFamily="34" charset="0"/>
              <a:buChar char="•"/>
            </a:pPr>
            <a:r>
              <a:rPr lang="en-GB" sz="2800" dirty="0"/>
              <a:t>Times</a:t>
            </a:r>
          </a:p>
          <a:p>
            <a:pPr marL="285750" indent="-285750">
              <a:buFont typeface="Arial" panose="020B0604020202020204" pitchFamily="34" charset="0"/>
              <a:buChar char="•"/>
            </a:pPr>
            <a:r>
              <a:rPr lang="en-GB" sz="2800" dirty="0"/>
              <a:t>‘Content’</a:t>
            </a:r>
          </a:p>
          <a:p>
            <a:pPr marL="742950" lvl="1" indent="-285750">
              <a:buFont typeface="Arial" panose="020B0604020202020204" pitchFamily="34" charset="0"/>
              <a:buChar char="•"/>
            </a:pPr>
            <a:r>
              <a:rPr lang="en-GB" sz="2800" dirty="0"/>
              <a:t>Sections</a:t>
            </a:r>
          </a:p>
          <a:p>
            <a:pPr marL="742950" lvl="1" indent="-285750">
              <a:buFont typeface="Arial" panose="020B0604020202020204" pitchFamily="34" charset="0"/>
              <a:buChar char="•"/>
            </a:pPr>
            <a:r>
              <a:rPr lang="en-GB" sz="2800" dirty="0"/>
              <a:t>Entries</a:t>
            </a:r>
          </a:p>
          <a:p>
            <a:pPr marL="285750" indent="-285750">
              <a:buFont typeface="Arial" panose="020B0604020202020204" pitchFamily="34" charset="0"/>
              <a:buChar char="•"/>
            </a:pPr>
            <a:endParaRPr lang="en-GB" dirty="0"/>
          </a:p>
        </p:txBody>
      </p:sp>
      <p:pic>
        <p:nvPicPr>
          <p:cNvPr id="5" name="Picture 4">
            <a:extLst>
              <a:ext uri="{FF2B5EF4-FFF2-40B4-BE49-F238E27FC236}">
                <a16:creationId xmlns:a16="http://schemas.microsoft.com/office/drawing/2014/main" id="{59A98064-FACE-CC0D-3263-C73F224AFE55}"/>
              </a:ext>
            </a:extLst>
          </p:cNvPr>
          <p:cNvPicPr>
            <a:picLocks noChangeAspect="1"/>
          </p:cNvPicPr>
          <p:nvPr/>
        </p:nvPicPr>
        <p:blipFill>
          <a:blip r:embed="rId3"/>
          <a:stretch>
            <a:fillRect/>
          </a:stretch>
        </p:blipFill>
        <p:spPr>
          <a:xfrm>
            <a:off x="3692036" y="1324304"/>
            <a:ext cx="7228212" cy="4428796"/>
          </a:xfrm>
          <a:prstGeom prst="rect">
            <a:avLst/>
          </a:prstGeom>
          <a:ln>
            <a:solidFill>
              <a:schemeClr val="tx1"/>
            </a:solidFill>
          </a:ln>
        </p:spPr>
      </p:pic>
      <p:sp>
        <p:nvSpPr>
          <p:cNvPr id="6" name="Rectangle 5">
            <a:extLst>
              <a:ext uri="{FF2B5EF4-FFF2-40B4-BE49-F238E27FC236}">
                <a16:creationId xmlns:a16="http://schemas.microsoft.com/office/drawing/2014/main" id="{07BF5C8F-7F39-A1B5-FB2B-113D37F2991B}"/>
              </a:ext>
            </a:extLst>
          </p:cNvPr>
          <p:cNvSpPr/>
          <p:nvPr/>
        </p:nvSpPr>
        <p:spPr>
          <a:xfrm>
            <a:off x="4330538" y="2190749"/>
            <a:ext cx="1828800" cy="96202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A753348-DA69-6774-8F8A-A6C3668BFF84}"/>
              </a:ext>
            </a:extLst>
          </p:cNvPr>
          <p:cNvSpPr/>
          <p:nvPr/>
        </p:nvSpPr>
        <p:spPr>
          <a:xfrm>
            <a:off x="6391742" y="2624304"/>
            <a:ext cx="1828800" cy="83327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078CE638-0C93-C5FD-0BB3-3B0533EF0C61}"/>
              </a:ext>
            </a:extLst>
          </p:cNvPr>
          <p:cNvSpPr/>
          <p:nvPr/>
        </p:nvSpPr>
        <p:spPr>
          <a:xfrm>
            <a:off x="3787612" y="3457577"/>
            <a:ext cx="3438525" cy="227677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1086592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hidden"/>
                                      </p:to>
                                    </p:set>
                                  </p:childTnLst>
                                </p:cTn>
                              </p:par>
                              <p:par>
                                <p:cTn id="12" presetID="2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22" presetClass="entr" presetSubtype="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A482E4-4D19-E765-6279-4660D465A06A}"/>
              </a:ext>
            </a:extLst>
          </p:cNvPr>
          <p:cNvPicPr>
            <a:picLocks noChangeAspect="1"/>
          </p:cNvPicPr>
          <p:nvPr/>
        </p:nvPicPr>
        <p:blipFill>
          <a:blip r:embed="rId3"/>
          <a:stretch>
            <a:fillRect/>
          </a:stretch>
        </p:blipFill>
        <p:spPr>
          <a:xfrm>
            <a:off x="514262" y="801512"/>
            <a:ext cx="4123114" cy="5604933"/>
          </a:xfrm>
          <a:prstGeom prst="rect">
            <a:avLst/>
          </a:prstGeom>
        </p:spPr>
      </p:pic>
      <p:pic>
        <p:nvPicPr>
          <p:cNvPr id="3" name="Picture 2">
            <a:extLst>
              <a:ext uri="{FF2B5EF4-FFF2-40B4-BE49-F238E27FC236}">
                <a16:creationId xmlns:a16="http://schemas.microsoft.com/office/drawing/2014/main" id="{5CF7779D-95F6-2C11-282F-794C992B897A}"/>
              </a:ext>
            </a:extLst>
          </p:cNvPr>
          <p:cNvPicPr>
            <a:picLocks noChangeAspect="1"/>
          </p:cNvPicPr>
          <p:nvPr/>
        </p:nvPicPr>
        <p:blipFill>
          <a:blip r:embed="rId4"/>
          <a:stretch>
            <a:fillRect/>
          </a:stretch>
        </p:blipFill>
        <p:spPr>
          <a:xfrm>
            <a:off x="5206076" y="1413163"/>
            <a:ext cx="6906350" cy="3491346"/>
          </a:xfrm>
          <a:prstGeom prst="rect">
            <a:avLst/>
          </a:prstGeom>
        </p:spPr>
      </p:pic>
      <p:grpSp>
        <p:nvGrpSpPr>
          <p:cNvPr id="16" name="Group 15">
            <a:extLst>
              <a:ext uri="{FF2B5EF4-FFF2-40B4-BE49-F238E27FC236}">
                <a16:creationId xmlns:a16="http://schemas.microsoft.com/office/drawing/2014/main" id="{18CED4D9-58DE-DEB6-E6EC-EFAA27AD0275}"/>
              </a:ext>
            </a:extLst>
          </p:cNvPr>
          <p:cNvGrpSpPr/>
          <p:nvPr/>
        </p:nvGrpSpPr>
        <p:grpSpPr>
          <a:xfrm>
            <a:off x="733778" y="1759527"/>
            <a:ext cx="8063858" cy="4268740"/>
            <a:chOff x="733778" y="1759527"/>
            <a:chExt cx="8063858" cy="4268740"/>
          </a:xfrm>
        </p:grpSpPr>
        <p:sp>
          <p:nvSpPr>
            <p:cNvPr id="5" name="Rectangle 4">
              <a:extLst>
                <a:ext uri="{FF2B5EF4-FFF2-40B4-BE49-F238E27FC236}">
                  <a16:creationId xmlns:a16="http://schemas.microsoft.com/office/drawing/2014/main" id="{9645DF60-57F5-676C-A144-5E15A09EF393}"/>
                </a:ext>
              </a:extLst>
            </p:cNvPr>
            <p:cNvSpPr/>
            <p:nvPr/>
          </p:nvSpPr>
          <p:spPr>
            <a:xfrm>
              <a:off x="733778" y="1759527"/>
              <a:ext cx="3741240" cy="426874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B2DF24F7-E0CD-C9AF-CD89-34630E1F3157}"/>
                </a:ext>
              </a:extLst>
            </p:cNvPr>
            <p:cNvCxnSpPr>
              <a:cxnSpLocks/>
            </p:cNvCxnSpPr>
            <p:nvPr/>
          </p:nvCxnSpPr>
          <p:spPr>
            <a:xfrm flipV="1">
              <a:off x="4475018" y="3603978"/>
              <a:ext cx="731058" cy="136749"/>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5B3B9019-9EC7-54AF-11A0-FA1A65DA5C87}"/>
                </a:ext>
              </a:extLst>
            </p:cNvPr>
            <p:cNvSpPr/>
            <p:nvPr/>
          </p:nvSpPr>
          <p:spPr>
            <a:xfrm>
              <a:off x="5236816" y="2549236"/>
              <a:ext cx="3560820" cy="252653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B26BF840-447D-13F9-D8E0-706B5FBD48A5}"/>
              </a:ext>
            </a:extLst>
          </p:cNvPr>
          <p:cNvGrpSpPr/>
          <p:nvPr/>
        </p:nvGrpSpPr>
        <p:grpSpPr>
          <a:xfrm>
            <a:off x="514262" y="829733"/>
            <a:ext cx="7923156" cy="1719502"/>
            <a:chOff x="514262" y="829733"/>
            <a:chExt cx="7923156" cy="1719502"/>
          </a:xfrm>
        </p:grpSpPr>
        <p:sp>
          <p:nvSpPr>
            <p:cNvPr id="6" name="Rectangle 5">
              <a:extLst>
                <a:ext uri="{FF2B5EF4-FFF2-40B4-BE49-F238E27FC236}">
                  <a16:creationId xmlns:a16="http://schemas.microsoft.com/office/drawing/2014/main" id="{5F3B3664-7B3F-9F89-1029-5E8257A39F5A}"/>
                </a:ext>
              </a:extLst>
            </p:cNvPr>
            <p:cNvSpPr/>
            <p:nvPr/>
          </p:nvSpPr>
          <p:spPr>
            <a:xfrm>
              <a:off x="514262" y="829733"/>
              <a:ext cx="1605483" cy="8243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95B0101C-A3D5-3F85-5166-D1D46511EA39}"/>
                </a:ext>
              </a:extLst>
            </p:cNvPr>
            <p:cNvCxnSpPr>
              <a:stCxn id="6" idx="3"/>
            </p:cNvCxnSpPr>
            <p:nvPr/>
          </p:nvCxnSpPr>
          <p:spPr>
            <a:xfrm>
              <a:off x="2119745" y="1241906"/>
              <a:ext cx="3228110" cy="1064876"/>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8AD8AF5-2142-C86C-279B-8F1979E5B112}"/>
                </a:ext>
              </a:extLst>
            </p:cNvPr>
            <p:cNvSpPr/>
            <p:nvPr/>
          </p:nvSpPr>
          <p:spPr>
            <a:xfrm>
              <a:off x="5236816" y="2260214"/>
              <a:ext cx="3200602" cy="28902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 name="TextBox 16">
            <a:extLst>
              <a:ext uri="{FF2B5EF4-FFF2-40B4-BE49-F238E27FC236}">
                <a16:creationId xmlns:a16="http://schemas.microsoft.com/office/drawing/2014/main" id="{2BFF5A64-6012-FBFF-9C6E-3D4BE22B08B5}"/>
              </a:ext>
            </a:extLst>
          </p:cNvPr>
          <p:cNvSpPr txBox="1"/>
          <p:nvPr/>
        </p:nvSpPr>
        <p:spPr>
          <a:xfrm>
            <a:off x="2119745" y="478346"/>
            <a:ext cx="1605483" cy="646331"/>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dirty="0"/>
              <a:t>Composition ID</a:t>
            </a:r>
          </a:p>
        </p:txBody>
      </p:sp>
      <p:sp>
        <p:nvSpPr>
          <p:cNvPr id="18" name="TextBox 17">
            <a:extLst>
              <a:ext uri="{FF2B5EF4-FFF2-40B4-BE49-F238E27FC236}">
                <a16:creationId xmlns:a16="http://schemas.microsoft.com/office/drawing/2014/main" id="{1006DAAC-F6C9-22C1-73CA-0A889CF23B13}"/>
              </a:ext>
            </a:extLst>
          </p:cNvPr>
          <p:cNvSpPr txBox="1"/>
          <p:nvPr/>
        </p:nvSpPr>
        <p:spPr>
          <a:xfrm>
            <a:off x="3235064" y="3844359"/>
            <a:ext cx="1605483" cy="646331"/>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dirty="0"/>
              <a:t>Template Content</a:t>
            </a:r>
          </a:p>
        </p:txBody>
      </p:sp>
    </p:spTree>
    <p:extLst>
      <p:ext uri="{BB962C8B-B14F-4D97-AF65-F5344CB8AC3E}">
        <p14:creationId xmlns:p14="http://schemas.microsoft.com/office/powerpoint/2010/main" val="406380816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22" presetClass="entr" presetSubtype="8"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57DC22-7F29-7D95-935F-4868B4901BD5}"/>
              </a:ext>
            </a:extLst>
          </p:cNvPr>
          <p:cNvPicPr>
            <a:picLocks noChangeAspect="1"/>
          </p:cNvPicPr>
          <p:nvPr/>
        </p:nvPicPr>
        <p:blipFill>
          <a:blip r:embed="rId3"/>
          <a:stretch>
            <a:fillRect/>
          </a:stretch>
        </p:blipFill>
        <p:spPr>
          <a:xfrm>
            <a:off x="292149" y="2129383"/>
            <a:ext cx="5286252" cy="3107358"/>
          </a:xfrm>
          <a:prstGeom prst="rect">
            <a:avLst/>
          </a:prstGeom>
          <a:ln>
            <a:solidFill>
              <a:schemeClr val="tx1"/>
            </a:solidFill>
          </a:ln>
        </p:spPr>
      </p:pic>
      <p:pic>
        <p:nvPicPr>
          <p:cNvPr id="5" name="Picture 4">
            <a:extLst>
              <a:ext uri="{FF2B5EF4-FFF2-40B4-BE49-F238E27FC236}">
                <a16:creationId xmlns:a16="http://schemas.microsoft.com/office/drawing/2014/main" id="{AA3170BB-C047-FD22-EF69-00C20E8B8A40}"/>
              </a:ext>
            </a:extLst>
          </p:cNvPr>
          <p:cNvPicPr>
            <a:picLocks noChangeAspect="1"/>
          </p:cNvPicPr>
          <p:nvPr/>
        </p:nvPicPr>
        <p:blipFill>
          <a:blip r:embed="rId4"/>
          <a:stretch>
            <a:fillRect/>
          </a:stretch>
        </p:blipFill>
        <p:spPr>
          <a:xfrm>
            <a:off x="6188749" y="1745358"/>
            <a:ext cx="5821211" cy="4505181"/>
          </a:xfrm>
          <a:prstGeom prst="rect">
            <a:avLst/>
          </a:prstGeom>
          <a:ln>
            <a:solidFill>
              <a:schemeClr val="tx1"/>
            </a:solidFill>
          </a:ln>
        </p:spPr>
      </p:pic>
      <p:sp>
        <p:nvSpPr>
          <p:cNvPr id="6" name="Title 1">
            <a:extLst>
              <a:ext uri="{FF2B5EF4-FFF2-40B4-BE49-F238E27FC236}">
                <a16:creationId xmlns:a16="http://schemas.microsoft.com/office/drawing/2014/main" id="{E406E7F9-CA3F-DA92-ECD6-B9BE1FB71A57}"/>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‘COMPOSITION’ Instance</a:t>
            </a:r>
          </a:p>
        </p:txBody>
      </p:sp>
    </p:spTree>
    <p:extLst>
      <p:ext uri="{BB962C8B-B14F-4D97-AF65-F5344CB8AC3E}">
        <p14:creationId xmlns:p14="http://schemas.microsoft.com/office/powerpoint/2010/main" val="1280092631"/>
      </p:ext>
    </p:extLst>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15C16-9FAB-8C86-5966-FA8A6EBA35F8}"/>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‘SECTION’</a:t>
            </a:r>
          </a:p>
        </p:txBody>
      </p:sp>
      <p:pic>
        <p:nvPicPr>
          <p:cNvPr id="4" name="Picture 3">
            <a:extLst>
              <a:ext uri="{FF2B5EF4-FFF2-40B4-BE49-F238E27FC236}">
                <a16:creationId xmlns:a16="http://schemas.microsoft.com/office/drawing/2014/main" id="{7DCACD8A-A8C6-9645-9A71-BEF4151C2258}"/>
              </a:ext>
            </a:extLst>
          </p:cNvPr>
          <p:cNvPicPr>
            <a:picLocks noChangeAspect="1"/>
          </p:cNvPicPr>
          <p:nvPr/>
        </p:nvPicPr>
        <p:blipFill>
          <a:blip r:embed="rId3"/>
          <a:stretch>
            <a:fillRect/>
          </a:stretch>
        </p:blipFill>
        <p:spPr>
          <a:xfrm>
            <a:off x="449317" y="1238776"/>
            <a:ext cx="4350246" cy="4779229"/>
          </a:xfrm>
          <a:prstGeom prst="rect">
            <a:avLst/>
          </a:prstGeom>
        </p:spPr>
      </p:pic>
      <p:pic>
        <p:nvPicPr>
          <p:cNvPr id="6" name="Picture 5">
            <a:extLst>
              <a:ext uri="{FF2B5EF4-FFF2-40B4-BE49-F238E27FC236}">
                <a16:creationId xmlns:a16="http://schemas.microsoft.com/office/drawing/2014/main" id="{CA3306CC-5CAA-1334-A4C9-208B2B5034DB}"/>
              </a:ext>
            </a:extLst>
          </p:cNvPr>
          <p:cNvPicPr>
            <a:picLocks noChangeAspect="1"/>
          </p:cNvPicPr>
          <p:nvPr/>
        </p:nvPicPr>
        <p:blipFill>
          <a:blip r:embed="rId4"/>
          <a:stretch>
            <a:fillRect/>
          </a:stretch>
        </p:blipFill>
        <p:spPr>
          <a:xfrm>
            <a:off x="6096000" y="1238776"/>
            <a:ext cx="4591665" cy="4899916"/>
          </a:xfrm>
          <a:prstGeom prst="rect">
            <a:avLst/>
          </a:prstGeom>
          <a:ln>
            <a:solidFill>
              <a:schemeClr val="tx1"/>
            </a:solidFill>
          </a:ln>
        </p:spPr>
      </p:pic>
      <p:pic>
        <p:nvPicPr>
          <p:cNvPr id="8" name="Picture 7">
            <a:extLst>
              <a:ext uri="{FF2B5EF4-FFF2-40B4-BE49-F238E27FC236}">
                <a16:creationId xmlns:a16="http://schemas.microsoft.com/office/drawing/2014/main" id="{5509A8EC-A4A3-FB9F-5E1B-EA97E47B34CC}"/>
              </a:ext>
            </a:extLst>
          </p:cNvPr>
          <p:cNvPicPr>
            <a:picLocks noChangeAspect="1"/>
          </p:cNvPicPr>
          <p:nvPr/>
        </p:nvPicPr>
        <p:blipFill>
          <a:blip r:embed="rId5"/>
          <a:stretch>
            <a:fillRect/>
          </a:stretch>
        </p:blipFill>
        <p:spPr>
          <a:xfrm>
            <a:off x="1052979" y="1576767"/>
            <a:ext cx="10086041" cy="4103245"/>
          </a:xfrm>
          <a:prstGeom prst="rect">
            <a:avLst/>
          </a:prstGeom>
          <a:ln>
            <a:solidFill>
              <a:schemeClr val="tx1"/>
            </a:solidFill>
          </a:ln>
        </p:spPr>
      </p:pic>
    </p:spTree>
    <p:extLst>
      <p:ext uri="{BB962C8B-B14F-4D97-AF65-F5344CB8AC3E}">
        <p14:creationId xmlns:p14="http://schemas.microsoft.com/office/powerpoint/2010/main" val="400920837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6"/>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4"/>
                                        </p:tgtEl>
                                        <p:attrNameLst>
                                          <p:attrName>style.visibility</p:attrName>
                                        </p:attrNameLst>
                                      </p:cBhvr>
                                      <p:to>
                                        <p:strVal val="hidden"/>
                                      </p:to>
                                    </p:set>
                                  </p:childTnLst>
                                </p:cTn>
                              </p:par>
                              <p:par>
                                <p:cTn id="14" presetID="22" presetClass="entr" presetSubtype="8"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30AA1D-A80C-DCBF-454D-262720BD7860}"/>
              </a:ext>
            </a:extLst>
          </p:cNvPr>
          <p:cNvPicPr>
            <a:picLocks noChangeAspect="1"/>
          </p:cNvPicPr>
          <p:nvPr/>
        </p:nvPicPr>
        <p:blipFill>
          <a:blip r:embed="rId3"/>
          <a:stretch>
            <a:fillRect/>
          </a:stretch>
        </p:blipFill>
        <p:spPr>
          <a:xfrm>
            <a:off x="777084" y="2196551"/>
            <a:ext cx="3337955" cy="3711807"/>
          </a:xfrm>
          <a:prstGeom prst="rect">
            <a:avLst/>
          </a:prstGeom>
          <a:ln>
            <a:solidFill>
              <a:schemeClr val="tx1"/>
            </a:solidFill>
          </a:ln>
        </p:spPr>
      </p:pic>
      <p:pic>
        <p:nvPicPr>
          <p:cNvPr id="4" name="Picture 3">
            <a:extLst>
              <a:ext uri="{FF2B5EF4-FFF2-40B4-BE49-F238E27FC236}">
                <a16:creationId xmlns:a16="http://schemas.microsoft.com/office/drawing/2014/main" id="{4601F397-BB59-60A8-BC32-B5445583C225}"/>
              </a:ext>
            </a:extLst>
          </p:cNvPr>
          <p:cNvPicPr>
            <a:picLocks noChangeAspect="1"/>
          </p:cNvPicPr>
          <p:nvPr/>
        </p:nvPicPr>
        <p:blipFill>
          <a:blip r:embed="rId4"/>
          <a:stretch>
            <a:fillRect/>
          </a:stretch>
        </p:blipFill>
        <p:spPr>
          <a:xfrm>
            <a:off x="4793270" y="2196551"/>
            <a:ext cx="6942170" cy="3422196"/>
          </a:xfrm>
          <a:prstGeom prst="rect">
            <a:avLst/>
          </a:prstGeom>
          <a:ln>
            <a:solidFill>
              <a:schemeClr val="tx1"/>
            </a:solidFill>
          </a:ln>
        </p:spPr>
      </p:pic>
      <p:sp>
        <p:nvSpPr>
          <p:cNvPr id="5" name="Title 1">
            <a:extLst>
              <a:ext uri="{FF2B5EF4-FFF2-40B4-BE49-F238E27FC236}">
                <a16:creationId xmlns:a16="http://schemas.microsoft.com/office/drawing/2014/main" id="{BF3B439E-E09F-9B28-DFD2-D17F49294626}"/>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Entry Types</a:t>
            </a:r>
          </a:p>
        </p:txBody>
      </p:sp>
      <p:sp>
        <p:nvSpPr>
          <p:cNvPr id="6" name="Rectangle 5">
            <a:extLst>
              <a:ext uri="{FF2B5EF4-FFF2-40B4-BE49-F238E27FC236}">
                <a16:creationId xmlns:a16="http://schemas.microsoft.com/office/drawing/2014/main" id="{2E0D217E-B62A-C096-A486-2518E9A66983}"/>
              </a:ext>
            </a:extLst>
          </p:cNvPr>
          <p:cNvSpPr/>
          <p:nvPr/>
        </p:nvSpPr>
        <p:spPr>
          <a:xfrm>
            <a:off x="962891" y="3532909"/>
            <a:ext cx="2223654" cy="146165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282390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A637-A7D0-5CE5-E6EB-A29089F24491}"/>
              </a:ext>
            </a:extLst>
          </p:cNvPr>
          <p:cNvSpPr txBox="1">
            <a:spLocks/>
          </p:cNvSpPr>
          <p:nvPr/>
        </p:nvSpPr>
        <p:spPr>
          <a:xfrm>
            <a:off x="471088" y="248142"/>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Entry Types</a:t>
            </a:r>
          </a:p>
        </p:txBody>
      </p:sp>
      <p:sp>
        <p:nvSpPr>
          <p:cNvPr id="5" name="Content Placeholder 5">
            <a:extLst>
              <a:ext uri="{FF2B5EF4-FFF2-40B4-BE49-F238E27FC236}">
                <a16:creationId xmlns:a16="http://schemas.microsoft.com/office/drawing/2014/main" id="{ACCA8EEA-1BCC-BDDD-14FF-FF9B77BE4AED}"/>
              </a:ext>
            </a:extLst>
          </p:cNvPr>
          <p:cNvSpPr txBox="1">
            <a:spLocks/>
          </p:cNvSpPr>
          <p:nvPr/>
        </p:nvSpPr>
        <p:spPr>
          <a:xfrm>
            <a:off x="447165" y="965583"/>
            <a:ext cx="5259388" cy="42330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2">
                    <a:lumMod val="90000"/>
                    <a:lumOff val="10000"/>
                  </a:schemeClr>
                </a:solidFill>
              </a:rPr>
              <a:t>Observation</a:t>
            </a:r>
          </a:p>
          <a:p>
            <a:pPr lvl="1"/>
            <a:r>
              <a:rPr lang="en-GB" i="1" dirty="0"/>
              <a:t>“What was observed?”</a:t>
            </a:r>
            <a:endParaRPr lang="en-GB" b="1" i="1" dirty="0">
              <a:solidFill>
                <a:schemeClr val="tx2">
                  <a:lumMod val="90000"/>
                  <a:lumOff val="10000"/>
                </a:schemeClr>
              </a:solidFill>
            </a:endParaRPr>
          </a:p>
          <a:p>
            <a:pPr lvl="1"/>
            <a:r>
              <a:rPr lang="en-GB" dirty="0"/>
              <a:t>Facts/Statements</a:t>
            </a:r>
          </a:p>
          <a:p>
            <a:pPr lvl="1"/>
            <a:r>
              <a:rPr lang="en-GB" dirty="0"/>
              <a:t>Includes ‘State’ (of the patient)</a:t>
            </a:r>
          </a:p>
          <a:p>
            <a:pPr lvl="1"/>
            <a:r>
              <a:rPr lang="en-GB" i="1" dirty="0">
                <a:solidFill>
                  <a:schemeClr val="accent6">
                    <a:lumMod val="75000"/>
                  </a:schemeClr>
                </a:solidFill>
              </a:rPr>
              <a:t>Hb 8.1 g/dl</a:t>
            </a:r>
          </a:p>
          <a:p>
            <a:r>
              <a:rPr lang="en-GB" b="1" dirty="0">
                <a:solidFill>
                  <a:schemeClr val="tx2">
                    <a:lumMod val="90000"/>
                    <a:lumOff val="10000"/>
                  </a:schemeClr>
                </a:solidFill>
              </a:rPr>
              <a:t>Evaluation</a:t>
            </a:r>
          </a:p>
          <a:p>
            <a:pPr lvl="1"/>
            <a:r>
              <a:rPr lang="en-GB" i="1" dirty="0"/>
              <a:t>“What do we think it means?”</a:t>
            </a:r>
            <a:endParaRPr lang="en-GB" b="1" i="1" dirty="0">
              <a:solidFill>
                <a:schemeClr val="tx2">
                  <a:lumMod val="90000"/>
                  <a:lumOff val="10000"/>
                </a:schemeClr>
              </a:solidFill>
            </a:endParaRPr>
          </a:p>
          <a:p>
            <a:pPr lvl="1"/>
            <a:r>
              <a:rPr lang="en-GB" dirty="0"/>
              <a:t>Opinion/Subjective</a:t>
            </a:r>
          </a:p>
          <a:p>
            <a:pPr lvl="1"/>
            <a:r>
              <a:rPr lang="en-GB" i="1" dirty="0">
                <a:solidFill>
                  <a:schemeClr val="accent6">
                    <a:lumMod val="75000"/>
                  </a:schemeClr>
                </a:solidFill>
              </a:rPr>
              <a:t>Diagnosis</a:t>
            </a:r>
          </a:p>
          <a:p>
            <a:pPr lvl="1"/>
            <a:endParaRPr lang="en-GB" dirty="0"/>
          </a:p>
        </p:txBody>
      </p:sp>
      <p:sp>
        <p:nvSpPr>
          <p:cNvPr id="7" name="Content Placeholder 7">
            <a:extLst>
              <a:ext uri="{FF2B5EF4-FFF2-40B4-BE49-F238E27FC236}">
                <a16:creationId xmlns:a16="http://schemas.microsoft.com/office/drawing/2014/main" id="{2F363A25-6B16-4FD9-2685-EC1F5722D42D}"/>
              </a:ext>
            </a:extLst>
          </p:cNvPr>
          <p:cNvSpPr txBox="1">
            <a:spLocks/>
          </p:cNvSpPr>
          <p:nvPr/>
        </p:nvSpPr>
        <p:spPr>
          <a:xfrm>
            <a:off x="6555187" y="965582"/>
            <a:ext cx="5165725" cy="56442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2">
                    <a:lumMod val="90000"/>
                    <a:lumOff val="10000"/>
                  </a:schemeClr>
                </a:solidFill>
              </a:rPr>
              <a:t>Instruction</a:t>
            </a:r>
          </a:p>
          <a:p>
            <a:pPr lvl="1"/>
            <a:r>
              <a:rPr lang="en-GB" i="1" dirty="0"/>
              <a:t>“What should happen?”</a:t>
            </a:r>
            <a:endParaRPr lang="en-GB" b="1" i="1" dirty="0">
              <a:solidFill>
                <a:schemeClr val="tx2">
                  <a:lumMod val="90000"/>
                  <a:lumOff val="10000"/>
                </a:schemeClr>
              </a:solidFill>
            </a:endParaRPr>
          </a:p>
          <a:p>
            <a:pPr lvl="1"/>
            <a:r>
              <a:rPr lang="en-GB" dirty="0"/>
              <a:t>Directs actions to be done in the future</a:t>
            </a:r>
          </a:p>
          <a:p>
            <a:pPr lvl="1"/>
            <a:r>
              <a:rPr lang="en-GB" i="1" dirty="0">
                <a:solidFill>
                  <a:schemeClr val="accent6">
                    <a:lumMod val="75000"/>
                  </a:schemeClr>
                </a:solidFill>
              </a:rPr>
              <a:t>Medication order</a:t>
            </a:r>
          </a:p>
          <a:p>
            <a:r>
              <a:rPr lang="en-GB" b="1" dirty="0">
                <a:solidFill>
                  <a:schemeClr val="tx2">
                    <a:lumMod val="90000"/>
                    <a:lumOff val="10000"/>
                  </a:schemeClr>
                </a:solidFill>
              </a:rPr>
              <a:t>Action</a:t>
            </a:r>
          </a:p>
          <a:p>
            <a:pPr lvl="1"/>
            <a:r>
              <a:rPr lang="en-GB" i="1" dirty="0"/>
              <a:t>“What was done?”</a:t>
            </a:r>
            <a:endParaRPr lang="en-GB" b="1" i="1" dirty="0">
              <a:solidFill>
                <a:schemeClr val="tx2">
                  <a:lumMod val="90000"/>
                  <a:lumOff val="10000"/>
                </a:schemeClr>
              </a:solidFill>
            </a:endParaRPr>
          </a:p>
          <a:p>
            <a:pPr lvl="1"/>
            <a:r>
              <a:rPr lang="en-GB" dirty="0"/>
              <a:t>Tracks the state of activities</a:t>
            </a:r>
          </a:p>
          <a:p>
            <a:pPr lvl="1"/>
            <a:r>
              <a:rPr lang="en-GB" i="1" dirty="0">
                <a:solidFill>
                  <a:schemeClr val="accent6">
                    <a:lumMod val="75000"/>
                  </a:schemeClr>
                </a:solidFill>
              </a:rPr>
              <a:t>Procedure</a:t>
            </a:r>
          </a:p>
          <a:p>
            <a:r>
              <a:rPr lang="en-GB" b="1" dirty="0">
                <a:solidFill>
                  <a:schemeClr val="tx2">
                    <a:lumMod val="90000"/>
                    <a:lumOff val="10000"/>
                  </a:schemeClr>
                </a:solidFill>
              </a:rPr>
              <a:t>Admin</a:t>
            </a:r>
            <a:r>
              <a:rPr lang="en-GB" b="1" dirty="0"/>
              <a:t> </a:t>
            </a:r>
            <a:r>
              <a:rPr lang="en-GB" b="1" dirty="0">
                <a:solidFill>
                  <a:schemeClr val="tx2">
                    <a:lumMod val="90000"/>
                    <a:lumOff val="10000"/>
                  </a:schemeClr>
                </a:solidFill>
              </a:rPr>
              <a:t>entry</a:t>
            </a:r>
          </a:p>
          <a:p>
            <a:pPr lvl="1"/>
            <a:r>
              <a:rPr lang="en-GB" i="1" dirty="0"/>
              <a:t>“What administrative information supports the care process?”</a:t>
            </a:r>
            <a:endParaRPr lang="en-GB" b="1" i="1" dirty="0">
              <a:solidFill>
                <a:schemeClr val="tx2">
                  <a:lumMod val="90000"/>
                  <a:lumOff val="10000"/>
                </a:schemeClr>
              </a:solidFill>
            </a:endParaRPr>
          </a:p>
          <a:p>
            <a:pPr lvl="1"/>
            <a:r>
              <a:rPr lang="en-GB" i="1" dirty="0">
                <a:solidFill>
                  <a:schemeClr val="accent6">
                    <a:lumMod val="75000"/>
                  </a:schemeClr>
                </a:solidFill>
              </a:rPr>
              <a:t>Interpreter needed</a:t>
            </a:r>
          </a:p>
          <a:p>
            <a:endParaRPr lang="en-GB" dirty="0"/>
          </a:p>
        </p:txBody>
      </p:sp>
    </p:spTree>
    <p:extLst>
      <p:ext uri="{BB962C8B-B14F-4D97-AF65-F5344CB8AC3E}">
        <p14:creationId xmlns:p14="http://schemas.microsoft.com/office/powerpoint/2010/main" val="2592962787"/>
      </p:ext>
    </p:extLst>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D50E81-4E8D-D84D-9538-700CE05A564A}"/>
              </a:ext>
            </a:extLst>
          </p:cNvPr>
          <p:cNvPicPr>
            <a:picLocks noChangeAspect="1"/>
          </p:cNvPicPr>
          <p:nvPr/>
        </p:nvPicPr>
        <p:blipFill>
          <a:blip r:embed="rId3"/>
          <a:stretch>
            <a:fillRect/>
          </a:stretch>
        </p:blipFill>
        <p:spPr>
          <a:xfrm>
            <a:off x="7502335" y="1307500"/>
            <a:ext cx="3185330" cy="4939570"/>
          </a:xfrm>
          <a:prstGeom prst="rect">
            <a:avLst/>
          </a:prstGeom>
          <a:ln>
            <a:solidFill>
              <a:schemeClr val="tx1"/>
            </a:solidFill>
          </a:ln>
        </p:spPr>
      </p:pic>
      <p:sp>
        <p:nvSpPr>
          <p:cNvPr id="4" name="Title 1">
            <a:extLst>
              <a:ext uri="{FF2B5EF4-FFF2-40B4-BE49-F238E27FC236}">
                <a16:creationId xmlns:a16="http://schemas.microsoft.com/office/drawing/2014/main" id="{DD7818CC-9BAC-9F95-00D4-B4F1F84913EE}"/>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‘CLUSTER’</a:t>
            </a:r>
          </a:p>
        </p:txBody>
      </p:sp>
      <p:pic>
        <p:nvPicPr>
          <p:cNvPr id="6" name="Picture 5">
            <a:extLst>
              <a:ext uri="{FF2B5EF4-FFF2-40B4-BE49-F238E27FC236}">
                <a16:creationId xmlns:a16="http://schemas.microsoft.com/office/drawing/2014/main" id="{DFA95B21-14D8-8FF3-33AE-FBC55741B984}"/>
              </a:ext>
            </a:extLst>
          </p:cNvPr>
          <p:cNvPicPr>
            <a:picLocks noChangeAspect="1"/>
          </p:cNvPicPr>
          <p:nvPr/>
        </p:nvPicPr>
        <p:blipFill>
          <a:blip r:embed="rId4"/>
          <a:stretch>
            <a:fillRect/>
          </a:stretch>
        </p:blipFill>
        <p:spPr>
          <a:xfrm>
            <a:off x="685045" y="1330069"/>
            <a:ext cx="5410955" cy="5048955"/>
          </a:xfrm>
          <a:prstGeom prst="rect">
            <a:avLst/>
          </a:prstGeom>
          <a:ln>
            <a:solidFill>
              <a:schemeClr val="tx1"/>
            </a:solidFill>
          </a:ln>
        </p:spPr>
      </p:pic>
    </p:spTree>
    <p:extLst>
      <p:ext uri="{BB962C8B-B14F-4D97-AF65-F5344CB8AC3E}">
        <p14:creationId xmlns:p14="http://schemas.microsoft.com/office/powerpoint/2010/main" val="3932437187"/>
      </p:ext>
    </p:extLst>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E2178-38A6-2130-4C61-89D1BF75ED5E}"/>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‘CLUSTER’</a:t>
            </a:r>
          </a:p>
        </p:txBody>
      </p:sp>
      <p:pic>
        <p:nvPicPr>
          <p:cNvPr id="4" name="Picture 3">
            <a:extLst>
              <a:ext uri="{FF2B5EF4-FFF2-40B4-BE49-F238E27FC236}">
                <a16:creationId xmlns:a16="http://schemas.microsoft.com/office/drawing/2014/main" id="{4892DD8A-D14B-8709-AD36-7F9F38AC91C7}"/>
              </a:ext>
            </a:extLst>
          </p:cNvPr>
          <p:cNvPicPr>
            <a:picLocks noChangeAspect="1"/>
          </p:cNvPicPr>
          <p:nvPr/>
        </p:nvPicPr>
        <p:blipFill>
          <a:blip r:embed="rId3"/>
          <a:stretch>
            <a:fillRect/>
          </a:stretch>
        </p:blipFill>
        <p:spPr>
          <a:xfrm>
            <a:off x="7074124" y="2181320"/>
            <a:ext cx="4887007" cy="1971950"/>
          </a:xfrm>
          <a:prstGeom prst="rect">
            <a:avLst/>
          </a:prstGeom>
          <a:ln>
            <a:solidFill>
              <a:schemeClr val="tx1"/>
            </a:solidFill>
          </a:ln>
        </p:spPr>
      </p:pic>
      <p:pic>
        <p:nvPicPr>
          <p:cNvPr id="6" name="Picture 5">
            <a:extLst>
              <a:ext uri="{FF2B5EF4-FFF2-40B4-BE49-F238E27FC236}">
                <a16:creationId xmlns:a16="http://schemas.microsoft.com/office/drawing/2014/main" id="{44B03391-94A9-2231-9B8C-555E529B1E6B}"/>
              </a:ext>
            </a:extLst>
          </p:cNvPr>
          <p:cNvPicPr>
            <a:picLocks noChangeAspect="1"/>
          </p:cNvPicPr>
          <p:nvPr/>
        </p:nvPicPr>
        <p:blipFill>
          <a:blip r:embed="rId4"/>
          <a:stretch>
            <a:fillRect/>
          </a:stretch>
        </p:blipFill>
        <p:spPr>
          <a:xfrm>
            <a:off x="449317" y="2077222"/>
            <a:ext cx="6472913" cy="2180146"/>
          </a:xfrm>
          <a:prstGeom prst="rect">
            <a:avLst/>
          </a:prstGeom>
          <a:ln>
            <a:solidFill>
              <a:schemeClr val="tx1"/>
            </a:solidFill>
          </a:ln>
        </p:spPr>
      </p:pic>
    </p:spTree>
    <p:extLst>
      <p:ext uri="{BB962C8B-B14F-4D97-AF65-F5344CB8AC3E}">
        <p14:creationId xmlns:p14="http://schemas.microsoft.com/office/powerpoint/2010/main" val="3587116811"/>
      </p:ext>
    </p:extLst>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DE387-75D0-7453-0BA8-72FB5AF55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91047-EEDE-B69E-024D-65CD36FF6586}"/>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‘ELEMENT’</a:t>
            </a:r>
          </a:p>
        </p:txBody>
      </p:sp>
      <p:pic>
        <p:nvPicPr>
          <p:cNvPr id="5" name="Picture 4">
            <a:extLst>
              <a:ext uri="{FF2B5EF4-FFF2-40B4-BE49-F238E27FC236}">
                <a16:creationId xmlns:a16="http://schemas.microsoft.com/office/drawing/2014/main" id="{A27B351B-213A-E1F9-D382-E63802104FCF}"/>
              </a:ext>
            </a:extLst>
          </p:cNvPr>
          <p:cNvPicPr>
            <a:picLocks noChangeAspect="1"/>
          </p:cNvPicPr>
          <p:nvPr/>
        </p:nvPicPr>
        <p:blipFill>
          <a:blip r:embed="rId3"/>
          <a:stretch>
            <a:fillRect/>
          </a:stretch>
        </p:blipFill>
        <p:spPr>
          <a:xfrm>
            <a:off x="640317" y="1309685"/>
            <a:ext cx="4368102" cy="4941452"/>
          </a:xfrm>
          <a:prstGeom prst="rect">
            <a:avLst/>
          </a:prstGeom>
          <a:ln>
            <a:solidFill>
              <a:schemeClr val="tx1"/>
            </a:solidFill>
          </a:ln>
        </p:spPr>
      </p:pic>
      <p:sp>
        <p:nvSpPr>
          <p:cNvPr id="7" name="Rectangle 6">
            <a:extLst>
              <a:ext uri="{FF2B5EF4-FFF2-40B4-BE49-F238E27FC236}">
                <a16:creationId xmlns:a16="http://schemas.microsoft.com/office/drawing/2014/main" id="{464D69B8-1E27-E56E-F75B-9498C4295945}"/>
              </a:ext>
            </a:extLst>
          </p:cNvPr>
          <p:cNvSpPr/>
          <p:nvPr/>
        </p:nvSpPr>
        <p:spPr>
          <a:xfrm>
            <a:off x="609600" y="1814945"/>
            <a:ext cx="3387436" cy="40178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863AFCF3-0322-D815-2F47-7A7D87A47A2D}"/>
              </a:ext>
            </a:extLst>
          </p:cNvPr>
          <p:cNvSpPr txBox="1"/>
          <p:nvPr/>
        </p:nvSpPr>
        <p:spPr>
          <a:xfrm>
            <a:off x="6310743" y="1334707"/>
            <a:ext cx="3823855" cy="461665"/>
          </a:xfrm>
          <a:prstGeom prst="rect">
            <a:avLst/>
          </a:prstGeom>
          <a:noFill/>
        </p:spPr>
        <p:txBody>
          <a:bodyPr wrap="square" rtlCol="0">
            <a:spAutoFit/>
          </a:bodyPr>
          <a:lstStyle/>
          <a:p>
            <a:pPr algn="ctr"/>
            <a:r>
              <a:rPr lang="en-GB" sz="2400" b="1" dirty="0"/>
              <a:t>Label/Description : Value</a:t>
            </a:r>
          </a:p>
        </p:txBody>
      </p:sp>
      <p:sp>
        <p:nvSpPr>
          <p:cNvPr id="9" name="Rectangle 8">
            <a:extLst>
              <a:ext uri="{FF2B5EF4-FFF2-40B4-BE49-F238E27FC236}">
                <a16:creationId xmlns:a16="http://schemas.microsoft.com/office/drawing/2014/main" id="{C779AE21-4AB9-E035-02AD-4DEBD0BDF55E}"/>
              </a:ext>
            </a:extLst>
          </p:cNvPr>
          <p:cNvSpPr/>
          <p:nvPr/>
        </p:nvSpPr>
        <p:spPr>
          <a:xfrm>
            <a:off x="609600" y="2216726"/>
            <a:ext cx="3387436" cy="2320637"/>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A9A9F16-842F-30FD-0180-54FEBF4A19B4}"/>
              </a:ext>
            </a:extLst>
          </p:cNvPr>
          <p:cNvSpPr/>
          <p:nvPr/>
        </p:nvSpPr>
        <p:spPr>
          <a:xfrm>
            <a:off x="640317" y="5870136"/>
            <a:ext cx="3387436" cy="38100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867F1894-265D-A472-52E8-8BDA16CEB841}"/>
              </a:ext>
            </a:extLst>
          </p:cNvPr>
          <p:cNvSpPr txBox="1"/>
          <p:nvPr/>
        </p:nvSpPr>
        <p:spPr>
          <a:xfrm>
            <a:off x="6463143" y="2245472"/>
            <a:ext cx="3823855" cy="3046988"/>
          </a:xfrm>
          <a:prstGeom prst="rect">
            <a:avLst/>
          </a:prstGeom>
          <a:noFill/>
        </p:spPr>
        <p:txBody>
          <a:bodyPr wrap="square" rtlCol="0">
            <a:spAutoFit/>
          </a:bodyPr>
          <a:lstStyle/>
          <a:p>
            <a:pPr marL="342900" indent="-342900">
              <a:buFont typeface="Arial" panose="020B0604020202020204" pitchFamily="34" charset="0"/>
              <a:buChar char="•"/>
            </a:pPr>
            <a:r>
              <a:rPr lang="en-GB" sz="2400" dirty="0"/>
              <a:t>Data type</a:t>
            </a:r>
          </a:p>
          <a:p>
            <a:pPr marL="800100" lvl="1" indent="-342900">
              <a:buFont typeface="Arial" panose="020B0604020202020204" pitchFamily="34" charset="0"/>
              <a:buChar char="•"/>
            </a:pPr>
            <a:r>
              <a:rPr lang="en-GB" sz="2400" dirty="0"/>
              <a:t>Text</a:t>
            </a:r>
          </a:p>
          <a:p>
            <a:pPr marL="800100" lvl="1" indent="-342900">
              <a:buFont typeface="Arial" panose="020B0604020202020204" pitchFamily="34" charset="0"/>
              <a:buChar char="•"/>
            </a:pPr>
            <a:r>
              <a:rPr lang="en-GB" sz="2400" dirty="0"/>
              <a:t>Coded</a:t>
            </a:r>
          </a:p>
          <a:p>
            <a:pPr marL="800100" lvl="1" indent="-342900">
              <a:buFont typeface="Arial" panose="020B0604020202020204" pitchFamily="34" charset="0"/>
              <a:buChar char="•"/>
            </a:pPr>
            <a:r>
              <a:rPr lang="en-GB" sz="2400" dirty="0"/>
              <a:t>Quantity</a:t>
            </a:r>
          </a:p>
          <a:p>
            <a:pPr marL="800100" lvl="1" indent="-342900">
              <a:buFont typeface="Arial" panose="020B0604020202020204" pitchFamily="34" charset="0"/>
              <a:buChar char="•"/>
            </a:pPr>
            <a:r>
              <a:rPr lang="en-GB" sz="2400" dirty="0"/>
              <a:t>Etc</a:t>
            </a:r>
          </a:p>
          <a:p>
            <a:pPr marL="342900" indent="-342900">
              <a:buFont typeface="Arial" panose="020B0604020202020204" pitchFamily="34" charset="0"/>
              <a:buChar char="•"/>
            </a:pPr>
            <a:r>
              <a:rPr lang="en-GB" sz="2400" dirty="0"/>
              <a:t>Occurrence</a:t>
            </a:r>
          </a:p>
          <a:p>
            <a:pPr marL="800100" lvl="1" indent="-342900">
              <a:buFont typeface="Arial" panose="020B0604020202020204" pitchFamily="34" charset="0"/>
              <a:buChar char="•"/>
            </a:pPr>
            <a:r>
              <a:rPr lang="en-GB" sz="2400" dirty="0"/>
              <a:t>Mandatory / Optional</a:t>
            </a:r>
          </a:p>
          <a:p>
            <a:pPr marL="800100" lvl="1" indent="-342900">
              <a:buFont typeface="Arial" panose="020B0604020202020204" pitchFamily="34" charset="0"/>
              <a:buChar char="•"/>
            </a:pPr>
            <a:r>
              <a:rPr lang="en-GB" sz="2400" dirty="0"/>
              <a:t>One or Many</a:t>
            </a:r>
          </a:p>
        </p:txBody>
      </p:sp>
    </p:spTree>
    <p:extLst>
      <p:ext uri="{BB962C8B-B14F-4D97-AF65-F5344CB8AC3E}">
        <p14:creationId xmlns:p14="http://schemas.microsoft.com/office/powerpoint/2010/main" val="377081767"/>
      </p:ext>
    </p:extLst>
  </p:cSld>
  <p:clrMapOvr>
    <a:masterClrMapping/>
  </p:clrMapOvr>
  <p:transition spd="slow">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D79DB788-CC36-01E4-EF00-2745671B2990}"/>
              </a:ext>
            </a:extLst>
          </p:cNvPr>
          <p:cNvPicPr>
            <a:picLocks noChangeAspect="1"/>
          </p:cNvPicPr>
          <p:nvPr/>
        </p:nvPicPr>
        <p:blipFill>
          <a:blip r:embed="rId3"/>
          <a:stretch>
            <a:fillRect/>
          </a:stretch>
        </p:blipFill>
        <p:spPr>
          <a:xfrm>
            <a:off x="1912999" y="0"/>
            <a:ext cx="8366002" cy="6858000"/>
          </a:xfrm>
          <a:prstGeom prst="rect">
            <a:avLst/>
          </a:prstGeom>
        </p:spPr>
      </p:pic>
    </p:spTree>
    <p:extLst>
      <p:ext uri="{BB962C8B-B14F-4D97-AF65-F5344CB8AC3E}">
        <p14:creationId xmlns:p14="http://schemas.microsoft.com/office/powerpoint/2010/main" val="1518944872"/>
      </p:ext>
    </p:extLst>
  </p:cSld>
  <p:clrMapOvr>
    <a:masterClrMapping/>
  </p:clrMapOvr>
  <p:transition spd="slow">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B915-D545-6268-F06F-426D529FEDA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6E966B3-6A73-0AC7-2C94-9059BC050888}"/>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664110011"/>
      </p:ext>
    </p:extLst>
  </p:cSld>
  <p:clrMapOvr>
    <a:masterClrMapping/>
  </p:clrMapOvr>
  <p:transition spd="slow">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19F860-9F01-AA83-BDE2-38ABD842F402}"/>
              </a:ext>
            </a:extLst>
          </p:cNvPr>
          <p:cNvPicPr>
            <a:picLocks noChangeAspect="1"/>
          </p:cNvPicPr>
          <p:nvPr/>
        </p:nvPicPr>
        <p:blipFill>
          <a:blip r:embed="rId3"/>
          <a:stretch>
            <a:fillRect/>
          </a:stretch>
        </p:blipFill>
        <p:spPr>
          <a:xfrm>
            <a:off x="583960" y="1284006"/>
            <a:ext cx="3716901" cy="4967131"/>
          </a:xfrm>
          <a:prstGeom prst="rect">
            <a:avLst/>
          </a:prstGeom>
        </p:spPr>
      </p:pic>
      <p:sp>
        <p:nvSpPr>
          <p:cNvPr id="6" name="Rectangle 5">
            <a:extLst>
              <a:ext uri="{FF2B5EF4-FFF2-40B4-BE49-F238E27FC236}">
                <a16:creationId xmlns:a16="http://schemas.microsoft.com/office/drawing/2014/main" id="{EF45DF3C-3B6D-0AEF-65BF-0B695A5615A4}"/>
              </a:ext>
            </a:extLst>
          </p:cNvPr>
          <p:cNvSpPr/>
          <p:nvPr/>
        </p:nvSpPr>
        <p:spPr>
          <a:xfrm>
            <a:off x="687207" y="1582814"/>
            <a:ext cx="1334098" cy="64003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B239D3FA-768A-ED8C-A467-C639A5A98F65}"/>
              </a:ext>
            </a:extLst>
          </p:cNvPr>
          <p:cNvPicPr>
            <a:picLocks noChangeAspect="1"/>
          </p:cNvPicPr>
          <p:nvPr/>
        </p:nvPicPr>
        <p:blipFill>
          <a:blip r:embed="rId4"/>
          <a:stretch>
            <a:fillRect/>
          </a:stretch>
        </p:blipFill>
        <p:spPr>
          <a:xfrm>
            <a:off x="5289055" y="1388541"/>
            <a:ext cx="5725021" cy="4758060"/>
          </a:xfrm>
          <a:prstGeom prst="rect">
            <a:avLst/>
          </a:prstGeom>
          <a:ln>
            <a:solidFill>
              <a:schemeClr val="tx1"/>
            </a:solidFill>
          </a:ln>
        </p:spPr>
      </p:pic>
      <p:sp>
        <p:nvSpPr>
          <p:cNvPr id="12" name="Title 1">
            <a:extLst>
              <a:ext uri="{FF2B5EF4-FFF2-40B4-BE49-F238E27FC236}">
                <a16:creationId xmlns:a16="http://schemas.microsoft.com/office/drawing/2014/main" id="{78BC4786-9EDD-FE05-90DB-722F24F33590}"/>
              </a:ext>
            </a:extLst>
          </p:cNvPr>
          <p:cNvSpPr txBox="1">
            <a:spLocks/>
          </p:cNvSpPr>
          <p:nvPr/>
        </p:nvSpPr>
        <p:spPr>
          <a:xfrm>
            <a:off x="449317" y="606863"/>
            <a:ext cx="10470931" cy="7174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‘COMPOSITION’ Class</a:t>
            </a:r>
          </a:p>
        </p:txBody>
      </p:sp>
      <p:sp>
        <p:nvSpPr>
          <p:cNvPr id="13" name="Rectangle 12">
            <a:extLst>
              <a:ext uri="{FF2B5EF4-FFF2-40B4-BE49-F238E27FC236}">
                <a16:creationId xmlns:a16="http://schemas.microsoft.com/office/drawing/2014/main" id="{7B718C30-076C-7FA1-2A0D-1E82A202F96D}"/>
              </a:ext>
            </a:extLst>
          </p:cNvPr>
          <p:cNvSpPr/>
          <p:nvPr/>
        </p:nvSpPr>
        <p:spPr>
          <a:xfrm>
            <a:off x="923924" y="2280448"/>
            <a:ext cx="3082591" cy="153356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0182647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par>
                          <p:cTn id="17" fill="hold">
                            <p:stCondLst>
                              <p:cond delay="0"/>
                            </p:stCondLst>
                            <p:childTnLst>
                              <p:par>
                                <p:cTn id="18" presetID="22" presetClass="entr" presetSubtype="1"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3" grpId="0" animBg="1"/>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0efe0bd-a030-4bca-809c-b5e6745e499a}" enabled="0" method="" siteId="{10efe0bd-a030-4bca-809c-b5e6745e499a}" removed="1"/>
</clbl:labelList>
</file>

<file path=docProps/app.xml><?xml version="1.0" encoding="utf-8"?>
<Properties xmlns="http://schemas.openxmlformats.org/officeDocument/2006/extended-properties" xmlns:vt="http://schemas.openxmlformats.org/officeDocument/2006/docPropsVTypes">
  <Template>Helena</Template>
  <TotalTime>329</TotalTime>
  <Words>4285</Words>
  <Application>Microsoft Office PowerPoint</Application>
  <PresentationFormat>Widescreen</PresentationFormat>
  <Paragraphs>384</Paragraphs>
  <Slides>33</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Arial</vt:lpstr>
      <vt:lpstr>Neue Haas Grotesk Text Pro</vt:lpstr>
      <vt:lpstr>Helena</vt:lpstr>
      <vt:lpstr>openEHR Modelling</vt:lpstr>
      <vt:lpstr>Intro to openEHR modelling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 Model: EHR</vt:lpstr>
      <vt:lpstr>PowerPoint Presentation</vt:lpstr>
      <vt:lpstr>PowerPoint Presentation</vt:lpstr>
      <vt:lpstr>PowerPoint Presentation</vt:lpstr>
      <vt:lpstr>PowerPoint Presentation</vt:lpstr>
      <vt:lpstr>openEHR: Archetypes</vt:lpstr>
      <vt:lpstr>PowerPoint Presentation</vt:lpstr>
      <vt:lpstr>openEHR: Templates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Miller</dc:creator>
  <cp:lastModifiedBy>Paul</cp:lastModifiedBy>
  <cp:revision>1</cp:revision>
  <dcterms:created xsi:type="dcterms:W3CDTF">2026-09-14T10:16:35Z</dcterms:created>
  <dcterms:modified xsi:type="dcterms:W3CDTF">2026-09-20T11:07:36Z</dcterms:modified>
</cp:coreProperties>
</file>